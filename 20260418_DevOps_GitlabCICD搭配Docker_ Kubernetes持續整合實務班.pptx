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0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383" r:id="rId19"/>
    <p:sldId id="306" r:id="rId20"/>
    <p:sldId id="313" r:id="rId21"/>
    <p:sldId id="314" r:id="rId22"/>
    <p:sldId id="316" r:id="rId23"/>
    <p:sldId id="317" r:id="rId24"/>
    <p:sldId id="318" r:id="rId25"/>
    <p:sldId id="319" r:id="rId26"/>
    <p:sldId id="320" r:id="rId27"/>
    <p:sldId id="321" r:id="rId28"/>
    <p:sldId id="322" r:id="rId29"/>
    <p:sldId id="331" r:id="rId30"/>
    <p:sldId id="332" r:id="rId31"/>
    <p:sldId id="333" r:id="rId32"/>
    <p:sldId id="336" r:id="rId33"/>
    <p:sldId id="337" r:id="rId34"/>
    <p:sldId id="338" r:id="rId35"/>
    <p:sldId id="339" r:id="rId36"/>
    <p:sldId id="340" r:id="rId37"/>
    <p:sldId id="675" r:id="rId38"/>
    <p:sldId id="676" r:id="rId39"/>
    <p:sldId id="341" r:id="rId40"/>
    <p:sldId id="342" r:id="rId41"/>
    <p:sldId id="343" r:id="rId42"/>
    <p:sldId id="709" r:id="rId43"/>
    <p:sldId id="710" r:id="rId44"/>
    <p:sldId id="711" r:id="rId45"/>
    <p:sldId id="833" r:id="rId46"/>
    <p:sldId id="838" r:id="rId47"/>
    <p:sldId id="835" r:id="rId48"/>
    <p:sldId id="836" r:id="rId49"/>
    <p:sldId id="837" r:id="rId50"/>
    <p:sldId id="834" r:id="rId51"/>
    <p:sldId id="353" r:id="rId52"/>
    <p:sldId id="354" r:id="rId53"/>
    <p:sldId id="355" r:id="rId54"/>
    <p:sldId id="357" r:id="rId55"/>
    <p:sldId id="361" r:id="rId56"/>
    <p:sldId id="674" r:id="rId57"/>
    <p:sldId id="358" r:id="rId58"/>
    <p:sldId id="359" r:id="rId59"/>
    <p:sldId id="360" r:id="rId60"/>
    <p:sldId id="362" r:id="rId61"/>
    <p:sldId id="363" r:id="rId62"/>
    <p:sldId id="364" r:id="rId63"/>
    <p:sldId id="365" r:id="rId64"/>
    <p:sldId id="369" r:id="rId65"/>
    <p:sldId id="370" r:id="rId66"/>
    <p:sldId id="371" r:id="rId67"/>
    <p:sldId id="677" r:id="rId68"/>
    <p:sldId id="678" r:id="rId69"/>
    <p:sldId id="679" r:id="rId70"/>
    <p:sldId id="680" r:id="rId71"/>
    <p:sldId id="584" r:id="rId72"/>
    <p:sldId id="681" r:id="rId73"/>
    <p:sldId id="396" r:id="rId74"/>
    <p:sldId id="397" r:id="rId75"/>
    <p:sldId id="398" r:id="rId76"/>
    <p:sldId id="403" r:id="rId77"/>
    <p:sldId id="404" r:id="rId78"/>
    <p:sldId id="405" r:id="rId79"/>
    <p:sldId id="406" r:id="rId80"/>
    <p:sldId id="407" r:id="rId81"/>
    <p:sldId id="408" r:id="rId82"/>
    <p:sldId id="484" r:id="rId83"/>
    <p:sldId id="409" r:id="rId84"/>
    <p:sldId id="485" r:id="rId85"/>
    <p:sldId id="487" r:id="rId86"/>
    <p:sldId id="495" r:id="rId87"/>
    <p:sldId id="496" r:id="rId88"/>
    <p:sldId id="498" r:id="rId89"/>
    <p:sldId id="499" r:id="rId90"/>
    <p:sldId id="500" r:id="rId91"/>
    <p:sldId id="501" r:id="rId92"/>
    <p:sldId id="464" r:id="rId93"/>
    <p:sldId id="257" r:id="rId94"/>
    <p:sldId id="465" r:id="rId95"/>
    <p:sldId id="466" r:id="rId96"/>
    <p:sldId id="467" r:id="rId97"/>
    <p:sldId id="694" r:id="rId98"/>
    <p:sldId id="468" r:id="rId99"/>
    <p:sldId id="469" r:id="rId100"/>
    <p:sldId id="695" r:id="rId101"/>
    <p:sldId id="696" r:id="rId102"/>
    <p:sldId id="470" r:id="rId103"/>
    <p:sldId id="471" r:id="rId104"/>
    <p:sldId id="472" r:id="rId105"/>
    <p:sldId id="473" r:id="rId106"/>
    <p:sldId id="682" r:id="rId107"/>
    <p:sldId id="683" r:id="rId108"/>
    <p:sldId id="507" r:id="rId109"/>
    <p:sldId id="508" r:id="rId110"/>
    <p:sldId id="513" r:id="rId111"/>
    <p:sldId id="623" r:id="rId112"/>
    <p:sldId id="624" r:id="rId113"/>
    <p:sldId id="510" r:id="rId114"/>
    <p:sldId id="512" r:id="rId115"/>
    <p:sldId id="511" r:id="rId116"/>
    <p:sldId id="841" r:id="rId117"/>
    <p:sldId id="842" r:id="rId118"/>
    <p:sldId id="843" r:id="rId119"/>
    <p:sldId id="840" r:id="rId120"/>
    <p:sldId id="844" r:id="rId121"/>
    <p:sldId id="845" r:id="rId122"/>
    <p:sldId id="619" r:id="rId123"/>
    <p:sldId id="515" r:id="rId124"/>
    <p:sldId id="620" r:id="rId125"/>
    <p:sldId id="514" r:id="rId126"/>
    <p:sldId id="621" r:id="rId127"/>
    <p:sldId id="617" r:id="rId128"/>
    <p:sldId id="618" r:id="rId129"/>
    <p:sldId id="626" r:id="rId130"/>
    <p:sldId id="622" r:id="rId131"/>
    <p:sldId id="475" r:id="rId132"/>
    <p:sldId id="476" r:id="rId133"/>
    <p:sldId id="477" r:id="rId134"/>
    <p:sldId id="482" r:id="rId135"/>
    <p:sldId id="478" r:id="rId136"/>
    <p:sldId id="479" r:id="rId137"/>
    <p:sldId id="480" r:id="rId138"/>
    <p:sldId id="691" r:id="rId139"/>
    <p:sldId id="481" r:id="rId140"/>
    <p:sldId id="673" r:id="rId141"/>
    <p:sldId id="643" r:id="rId142"/>
    <p:sldId id="641" r:id="rId143"/>
    <p:sldId id="642" r:id="rId144"/>
    <p:sldId id="628" r:id="rId145"/>
    <p:sldId id="629" r:id="rId146"/>
    <p:sldId id="631" r:id="rId147"/>
    <p:sldId id="634" r:id="rId148"/>
    <p:sldId id="630" r:id="rId149"/>
    <p:sldId id="636" r:id="rId150"/>
    <p:sldId id="632" r:id="rId151"/>
    <p:sldId id="846" r:id="rId152"/>
    <p:sldId id="847" r:id="rId153"/>
    <p:sldId id="848" r:id="rId154"/>
    <p:sldId id="849" r:id="rId155"/>
    <p:sldId id="633" r:id="rId156"/>
    <p:sldId id="637" r:id="rId157"/>
    <p:sldId id="635" r:id="rId158"/>
    <p:sldId id="639" r:id="rId159"/>
    <p:sldId id="638" r:id="rId160"/>
    <p:sldId id="640" r:id="rId161"/>
    <p:sldId id="644" r:id="rId162"/>
    <p:sldId id="645" r:id="rId163"/>
    <p:sldId id="692" r:id="rId164"/>
    <p:sldId id="646" r:id="rId165"/>
    <p:sldId id="647" r:id="rId166"/>
    <p:sldId id="648" r:id="rId167"/>
    <p:sldId id="649" r:id="rId168"/>
    <p:sldId id="654" r:id="rId169"/>
    <p:sldId id="697" r:id="rId170"/>
    <p:sldId id="655" r:id="rId171"/>
    <p:sldId id="656" r:id="rId172"/>
    <p:sldId id="657" r:id="rId173"/>
    <p:sldId id="658" r:id="rId174"/>
    <p:sldId id="659" r:id="rId175"/>
    <p:sldId id="698" r:id="rId176"/>
    <p:sldId id="660" r:id="rId177"/>
    <p:sldId id="661" r:id="rId178"/>
    <p:sldId id="662" r:id="rId179"/>
    <p:sldId id="664" r:id="rId180"/>
    <p:sldId id="699" r:id="rId181"/>
    <p:sldId id="663" r:id="rId182"/>
    <p:sldId id="700" r:id="rId183"/>
    <p:sldId id="665" r:id="rId184"/>
    <p:sldId id="701" r:id="rId185"/>
    <p:sldId id="666" r:id="rId186"/>
    <p:sldId id="702" r:id="rId187"/>
    <p:sldId id="703" r:id="rId188"/>
    <p:sldId id="705" r:id="rId189"/>
    <p:sldId id="704" r:id="rId190"/>
    <p:sldId id="668" r:id="rId191"/>
    <p:sldId id="669" r:id="rId192"/>
    <p:sldId id="667" r:id="rId193"/>
    <p:sldId id="706" r:id="rId194"/>
    <p:sldId id="707" r:id="rId195"/>
    <p:sldId id="670" r:id="rId196"/>
    <p:sldId id="693" r:id="rId197"/>
    <p:sldId id="708" r:id="rId198"/>
    <p:sldId id="671" r:id="rId199"/>
    <p:sldId id="653" r:id="rId200"/>
    <p:sldId id="627" r:id="rId201"/>
    <p:sldId id="686" r:id="rId202"/>
    <p:sldId id="502" r:id="rId203"/>
    <p:sldId id="503" r:id="rId204"/>
    <p:sldId id="504" r:id="rId205"/>
    <p:sldId id="505" r:id="rId206"/>
    <p:sldId id="506" r:id="rId207"/>
    <p:sldId id="684" r:id="rId208"/>
    <p:sldId id="281" r:id="rId209"/>
    <p:sldId id="282" r:id="rId210"/>
    <p:sldId id="283" r:id="rId211"/>
    <p:sldId id="284" r:id="rId212"/>
    <p:sldId id="285" r:id="rId213"/>
    <p:sldId id="286" r:id="rId214"/>
    <p:sldId id="287" r:id="rId215"/>
    <p:sldId id="288" r:id="rId216"/>
    <p:sldId id="685" r:id="rId217"/>
    <p:sldId id="292" r:id="rId218"/>
    <p:sldId id="293" r:id="rId219"/>
    <p:sldId id="294" r:id="rId220"/>
    <p:sldId id="295" r:id="rId221"/>
    <p:sldId id="296" r:id="rId222"/>
    <p:sldId id="297" r:id="rId223"/>
    <p:sldId id="516" r:id="rId224"/>
    <p:sldId id="517" r:id="rId225"/>
    <p:sldId id="593" r:id="rId226"/>
    <p:sldId id="604" r:id="rId227"/>
    <p:sldId id="616" r:id="rId228"/>
    <p:sldId id="607" r:id="rId229"/>
    <p:sldId id="608" r:id="rId230"/>
    <p:sldId id="605" r:id="rId231"/>
    <p:sldId id="606" r:id="rId232"/>
    <p:sldId id="609" r:id="rId233"/>
    <p:sldId id="611" r:id="rId234"/>
    <p:sldId id="613" r:id="rId235"/>
    <p:sldId id="612" r:id="rId236"/>
    <p:sldId id="614" r:id="rId237"/>
    <p:sldId id="615" r:id="rId238"/>
    <p:sldId id="625" r:id="rId23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31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notesMaster" Target="notesMasters/notesMaster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viewProps" Target="view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895035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62bNxb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9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7.png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4"/>
              </a:rPr>
              <a:t>https://reurl.cc/62bNxb</a:t>
            </a: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/>
              <a:t>process - 3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Container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123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E128AE1-E1A7-F7D1-B235-911A0E99F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267" y="2500420"/>
            <a:ext cx="8953465" cy="34802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0552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47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49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t>kubectl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Deployment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spec.selector.matchLabels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Deployment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Deployment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30000~32767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30000~32767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--show-all=true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t>kubectl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pic>
        <p:nvPicPr>
          <p:cNvPr id="3" name="內容版面配置區 2">
            <a:extLst>
              <a:ext uri="{FF2B5EF4-FFF2-40B4-BE49-F238E27FC236}">
                <a16:creationId xmlns:a16="http://schemas.microsoft.com/office/drawing/2014/main" id="{9EDD69E8-11F0-BE9F-589F-3E62117B89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3143" y="2510463"/>
            <a:ext cx="8449483" cy="2854555"/>
          </a:xfrm>
          <a:prstGeom prst="rect">
            <a:avLst/>
          </a:prstGeom>
        </p:spPr>
      </p:pic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~/docker-</a:t>
            </a:r>
            <a:r>
              <a:rPr lang="en-US" altLang="zh-TW" dirty="0" err="1"/>
              <a:t>devops</a:t>
            </a:r>
            <a:r>
              <a:rPr lang="en-US" altLang="zh-TW" dirty="0"/>
              <a:t>/script/</a:t>
            </a:r>
            <a:r>
              <a:rPr lang="en-US" altLang="zh-TW" dirty="0" err="1"/>
              <a:t>deploy_gitlab.sh</a:t>
            </a:r>
            <a:endParaRPr lang="en-US" altLang="zh-TW" dirty="0"/>
          </a:p>
          <a:p>
            <a:r>
              <a:rPr lang="zh-TW" altLang="en-US" dirty="0"/>
              <a:t>執行後依提示輸入 VM1 外部 IP 位址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rPr dirty="0"/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rPr dirty="0" err="1"/>
              <a:t>Container</a:t>
            </a:r>
            <a:endParaRPr dirty="0"/>
          </a:p>
          <a:p>
            <a:pPr>
              <a:lnSpc>
                <a:spcPct val="90000"/>
              </a:lnSpc>
              <a:defRPr sz="2900"/>
            </a:pPr>
            <a:r>
              <a:rPr dirty="0"/>
              <a:t>--name </a:t>
            </a:r>
            <a:r>
              <a:rPr dirty="0" err="1"/>
              <a:t>gitlab</a:t>
            </a:r>
            <a:endParaRPr dirty="0"/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/>
              <a:t>containe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名稱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-v (volume)</a:t>
            </a: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/config:/</a:t>
            </a:r>
            <a:r>
              <a:rPr dirty="0" err="1"/>
              <a:t>etc</a:t>
            </a:r>
            <a:r>
              <a:rPr dirty="0"/>
              <a:t>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/logs:/var/log/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/>
              <a:t>log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/data:/var/opt/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資料儲存位置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Docker and Kubernetes Runner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7AC67951-264A-75B1-DFE5-231027394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9450" y="2274094"/>
            <a:ext cx="82931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k8s 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Runner </a:t>
            </a:r>
            <a:r>
              <a:rPr kumimoji="1" lang="zh-TW" altLang="en-US" dirty="0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0A0B90-1C4D-5BDA-7A09-54679DA8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docker runner </a:t>
            </a:r>
            <a:r>
              <a:rPr kumimoji="1" lang="zh-TW" altLang="en-US" dirty="0"/>
              <a:t>要用的</a:t>
            </a:r>
            <a:r>
              <a:rPr kumimoji="1" lang="en-US" altLang="zh-TW" dirty="0"/>
              <a:t>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B68EE2A-2B6D-FE34-BD77-5384B0F01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4797" y="1825625"/>
            <a:ext cx="8502405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E7894-CEF3-657D-6E5B-6E286B46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65615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77A9-118D-8BF3-21F3-BD106BB1F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Tags</a:t>
            </a:r>
            <a:r>
              <a:rPr kumimoji="1" lang="zh-TW" altLang="en-US" dirty="0"/>
              <a:t>名稱為</a:t>
            </a:r>
            <a:r>
              <a:rPr kumimoji="1" lang="en-US" altLang="zh-TW" dirty="0"/>
              <a:t>docker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5DBD7-A598-2ECB-1CC4-6397F05D4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3F35D2D-7C18-D761-0437-4AC065F66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332" y="1825625"/>
            <a:ext cx="3067336" cy="4351338"/>
          </a:xfrm>
        </p:spPr>
      </p:pic>
    </p:spTree>
    <p:extLst>
      <p:ext uri="{BB962C8B-B14F-4D97-AF65-F5344CB8AC3E}">
        <p14:creationId xmlns:p14="http://schemas.microsoft.com/office/powerpoint/2010/main" val="20725719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1AF27-FDDA-F0AA-18D1-56D55256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紀錄下這個</a:t>
            </a:r>
            <a:r>
              <a:rPr kumimoji="1" lang="en-US" altLang="zh-TW" dirty="0"/>
              <a:t>runner token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28BB33E-1E50-FB71-817B-8A0877508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50" y="1825625"/>
            <a:ext cx="553009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5AA9B3-FCA4-932C-05FC-E32A8445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55091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5DBC8-200F-1969-5850-1BED9775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 </a:t>
            </a:r>
            <a:r>
              <a:rPr kumimoji="1" lang="en-US" altLang="zh-TW" dirty="0" err="1"/>
              <a:t>dokcer</a:t>
            </a:r>
            <a:r>
              <a:rPr kumimoji="1" lang="en-US" altLang="zh-TW" dirty="0"/>
              <a:t> runner</a:t>
            </a:r>
            <a:r>
              <a:rPr kumimoji="1" lang="zh-TW" altLang="en-US" dirty="0"/>
              <a:t>，更改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跟</a:t>
            </a:r>
            <a:r>
              <a:rPr kumimoji="1" lang="en-US" altLang="zh-TW" dirty="0"/>
              <a:t>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66F81E-80BA-A900-0A04-6CABE0FC1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-runner-docker/</a:t>
            </a:r>
            <a:r>
              <a:rPr lang="en-US" altLang="zh-TW" dirty="0" err="1"/>
              <a:t>config.toml</a:t>
            </a:r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97871D-B42C-EEF3-EFF7-63E7150A5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F50AE3-DF12-B95D-94C6-C443CDB2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567" y="2386545"/>
            <a:ext cx="7772400" cy="392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282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8E3DBE-E026-320A-D4CB-18DF73AC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vm1</a:t>
            </a:r>
            <a:r>
              <a:rPr kumimoji="1" lang="zh-TW" altLang="en-US" dirty="0"/>
              <a:t>運行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docker runner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12D54A-2DFB-E375-6F65-98422A696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docker run -d --name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--restart always   -v 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:/var/run/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   -v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-runner-docker:/</a:t>
            </a:r>
            <a:r>
              <a:rPr kumimoji="1" lang="en" altLang="zh-TW" dirty="0" err="1"/>
              <a:t>etc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 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/gitlab-runner:ubuntu-v17.10.1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E3C9C2-2337-84D9-845E-10B06515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48999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14577-6328-9B1D-9ACE-282F75C1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確保兩個</a:t>
            </a:r>
            <a:r>
              <a:rPr kumimoji="1" lang="en-US" altLang="zh-TW" dirty="0"/>
              <a:t>Runner</a:t>
            </a:r>
            <a:r>
              <a:rPr kumimoji="1" lang="zh-TW" altLang="en-US" dirty="0"/>
              <a:t>都是綠燈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E831BD8-8DF3-D389-DBE6-6141A75C2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31" y="1825625"/>
            <a:ext cx="481553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172AF-50FD-3D1F-6392-DB18043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14330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t>允許該job failed。該job failed也不影響後續job的執行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使用 kubectl create namespace 動態建立</a:t>
            </a:r>
            <a:endParaRPr lang="en-US" altLang="zh-TW" dirty="0"/>
          </a:p>
          <a:p>
            <a:pPr lvl="1"/>
            <a:r>
              <a:t>kubectl create namespace $FLASKNAME --dry-run=client -o yaml | kubectl apply -f -</a:t>
            </a:r>
          </a:p>
          <a:p>
            <a:r>
              <a:t>檢查建立成果</a:t>
            </a:r>
            <a:endParaRPr lang="en-US" altLang="zh-TW" dirty="0"/>
          </a:p>
          <a:p>
            <a:pPr lvl="1"/>
            <a:r>
              <a:rPr kumimoji="1" lang="zh-TW" altLang="en-US" dirty="0"/>
              <a:t>kubectl get ns $FLASKNAME</a:t>
            </a:r>
            <a:endParaRPr kumimoji="1" lang="en-US" altLang="zh-TW" dirty="0"/>
          </a:p>
          <a:p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你有遇到過多環境部署的問題嗎</a:t>
            </a:r>
            <a:r>
              <a:rPr dirty="0"/>
              <a:t>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一個</a:t>
            </a:r>
            <a:r>
              <a:rPr lang="en" dirty="0"/>
              <a:t>App deployment </a:t>
            </a:r>
            <a:r>
              <a:rPr lang="en" dirty="0" err="1"/>
              <a:t>yaml</a:t>
            </a:r>
            <a:r>
              <a:rPr lang="zh-TW" altLang="en-US" dirty="0"/>
              <a:t>檔該如何部署出多套環境給不同情境 </a:t>
            </a:r>
            <a:r>
              <a:rPr lang="en-US" altLang="zh-TW" dirty="0"/>
              <a:t>(</a:t>
            </a:r>
            <a:r>
              <a:rPr lang="en" dirty="0"/>
              <a:t>e.g. dev, staging, testing, pre-prod, prod)？</a:t>
            </a:r>
          </a:p>
          <a:p>
            <a:pPr marL="0" indent="0">
              <a:buNone/>
            </a:pPr>
            <a:r>
              <a:rPr lang="zh-TW" altLang="en-US" dirty="0"/>
              <a:t>如果各個環境有需要設定不同的參數呢？</a:t>
            </a:r>
          </a:p>
          <a:p>
            <a:pPr marL="0" indent="0">
              <a:buNone/>
            </a:pPr>
            <a:r>
              <a:rPr lang="en" dirty="0"/>
              <a:t>e.g. deployment</a:t>
            </a:r>
            <a:r>
              <a:rPr lang="zh-TW" altLang="en-US" dirty="0"/>
              <a:t>名稱不同 </a:t>
            </a:r>
            <a:r>
              <a:rPr lang="en-US" altLang="zh-TW" dirty="0"/>
              <a:t>(</a:t>
            </a:r>
            <a:r>
              <a:rPr lang="en" dirty="0"/>
              <a:t>dev-</a:t>
            </a:r>
            <a:r>
              <a:rPr lang="en" dirty="0" err="1"/>
              <a:t>api</a:t>
            </a:r>
            <a:r>
              <a:rPr lang="en" dirty="0"/>
              <a:t>, staging-</a:t>
            </a:r>
            <a:r>
              <a:rPr lang="en" dirty="0" err="1"/>
              <a:t>api</a:t>
            </a:r>
            <a:r>
              <a:rPr lang="en" dirty="0"/>
              <a:t>, prod-</a:t>
            </a:r>
            <a:r>
              <a:rPr lang="en" dirty="0" err="1"/>
              <a:t>api</a:t>
            </a:r>
            <a:r>
              <a:rPr lang="en" dirty="0"/>
              <a:t>)</a:t>
            </a:r>
          </a:p>
          <a:p>
            <a:pPr marL="0" indent="0">
              <a:buNone/>
            </a:pPr>
            <a:r>
              <a:rPr lang="en" dirty="0"/>
              <a:t>image tag </a:t>
            </a:r>
            <a:r>
              <a:rPr lang="zh-TW" altLang="en-US" dirty="0"/>
              <a:t>版本不同</a:t>
            </a:r>
          </a:p>
        </p:txBody>
      </p:sp>
    </p:spTree>
    <p:extLst>
      <p:ext uri="{BB962C8B-B14F-4D97-AF65-F5344CB8AC3E}">
        <p14:creationId xmlns:p14="http://schemas.microsoft.com/office/powerpoint/2010/main" val="104958036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傳統解決辦法與痛點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寫多份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？</a:t>
            </a:r>
            <a:endParaRPr lang="en-US" dirty="0"/>
          </a:p>
          <a:p>
            <a:pPr lvl="1"/>
            <a:r>
              <a:rPr dirty="0" err="1"/>
              <a:t>需要維護多份檔案，容易遺漏且難以同步</a:t>
            </a:r>
            <a:endParaRPr lang="en-US" dirty="0"/>
          </a:p>
          <a:p>
            <a:r>
              <a:rPr dirty="0" err="1"/>
              <a:t>一份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用</a:t>
            </a:r>
            <a:r>
              <a:rPr dirty="0"/>
              <a:t> sed replace？</a:t>
            </a:r>
            <a:endParaRPr lang="en-US" dirty="0"/>
          </a:p>
          <a:p>
            <a:pPr lvl="1"/>
            <a:r>
              <a:rPr dirty="0" err="1"/>
              <a:t>容易出錯，寫法脆弱，且會修改</a:t>
            </a:r>
            <a:r>
              <a:rPr dirty="0"/>
              <a:t>/</a:t>
            </a:r>
            <a:r>
              <a:rPr dirty="0" err="1"/>
              <a:t>破壞原始檔案結構</a:t>
            </a:r>
            <a:endParaRPr lang="en-US" dirty="0"/>
          </a:p>
          <a:p>
            <a:r>
              <a:rPr dirty="0" err="1"/>
              <a:t>打包成</a:t>
            </a:r>
            <a:r>
              <a:rPr dirty="0"/>
              <a:t> Helm chart？</a:t>
            </a:r>
            <a:endParaRPr lang="en-US" dirty="0"/>
          </a:p>
          <a:p>
            <a:pPr lvl="1"/>
            <a:r>
              <a:rPr dirty="0" err="1"/>
              <a:t>學習曲線較陡，對單純的部署來說複雜度過高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692741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Kustomize 簡介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讓無模板的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可以支援多種用途</a:t>
            </a:r>
            <a:endParaRPr dirty="0"/>
          </a:p>
          <a:p>
            <a:r>
              <a:rPr dirty="0"/>
              <a:t>CNCF special interest groups (SIGs) </a:t>
            </a:r>
            <a:r>
              <a:rPr dirty="0" err="1"/>
              <a:t>贊助</a:t>
            </a:r>
            <a:endParaRPr dirty="0"/>
          </a:p>
          <a:p>
            <a:r>
              <a:rPr dirty="0"/>
              <a:t>Kubernetes 1.14 </a:t>
            </a:r>
            <a:r>
              <a:rPr dirty="0" err="1"/>
              <a:t>版開始原生支援</a:t>
            </a:r>
            <a:r>
              <a:rPr dirty="0"/>
              <a:t> (</a:t>
            </a:r>
            <a:r>
              <a:rPr dirty="0" err="1"/>
              <a:t>kubectl</a:t>
            </a:r>
            <a:r>
              <a:rPr dirty="0"/>
              <a:t> apply -k)</a:t>
            </a:r>
          </a:p>
          <a:p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宣告式地動態注入或覆寫參數，不破壞原始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結構</a:t>
            </a:r>
            <a:r>
              <a:rPr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64062701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核心功能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resources: </a:t>
            </a:r>
            <a:r>
              <a:rPr dirty="0" err="1"/>
              <a:t>載入現有資源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deployment.yaml</a:t>
            </a:r>
            <a:r>
              <a:rPr dirty="0"/>
              <a:t>)</a:t>
            </a:r>
          </a:p>
          <a:p>
            <a:r>
              <a:rPr dirty="0"/>
              <a:t>generators: </a:t>
            </a:r>
            <a:r>
              <a:rPr dirty="0" err="1"/>
              <a:t>創建新資源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ConfigMap</a:t>
            </a:r>
            <a:r>
              <a:rPr dirty="0"/>
              <a:t>, Secret)</a:t>
            </a:r>
          </a:p>
          <a:p>
            <a:r>
              <a:rPr dirty="0"/>
              <a:t>images: </a:t>
            </a:r>
            <a:r>
              <a:rPr dirty="0" err="1"/>
              <a:t>動態替換</a:t>
            </a:r>
            <a:r>
              <a:rPr dirty="0"/>
              <a:t> Image </a:t>
            </a:r>
            <a:r>
              <a:rPr dirty="0" err="1"/>
              <a:t>名稱與</a:t>
            </a:r>
            <a:r>
              <a:rPr dirty="0"/>
              <a:t> Tag (CI/CD </a:t>
            </a:r>
            <a:r>
              <a:rPr dirty="0" err="1"/>
              <a:t>最常用</a:t>
            </a:r>
            <a:r>
              <a:rPr dirty="0"/>
              <a:t>！)</a:t>
            </a:r>
          </a:p>
          <a:p>
            <a:r>
              <a:rPr dirty="0" err="1"/>
              <a:t>namePrefix</a:t>
            </a:r>
            <a:r>
              <a:rPr dirty="0"/>
              <a:t> / </a:t>
            </a:r>
            <a:r>
              <a:rPr dirty="0" err="1"/>
              <a:t>nameSuffix</a:t>
            </a:r>
            <a:r>
              <a:rPr dirty="0"/>
              <a:t>: </a:t>
            </a:r>
            <a:r>
              <a:rPr dirty="0" err="1"/>
              <a:t>統一加上前綴或後綴</a:t>
            </a:r>
            <a:endParaRPr lang="en-US" dirty="0"/>
          </a:p>
          <a:p>
            <a:r>
              <a:rPr dirty="0" err="1"/>
              <a:t>commonLabels</a:t>
            </a:r>
            <a:r>
              <a:rPr dirty="0"/>
              <a:t>: </a:t>
            </a:r>
            <a:r>
              <a:rPr dirty="0" err="1"/>
              <a:t>統一加上標籤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12448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Kustomize</a:t>
            </a:r>
            <a:r>
              <a:rPr dirty="0"/>
              <a:t> (</a:t>
            </a:r>
            <a:r>
              <a:rPr dirty="0" err="1"/>
              <a:t>kustomization.yaml</a:t>
            </a:r>
            <a:r>
              <a:rPr dirty="0"/>
              <a:t>) </a:t>
            </a:r>
            <a:r>
              <a:rPr dirty="0" err="1"/>
              <a:t>動態替換</a:t>
            </a:r>
            <a:r>
              <a:rPr dirty="0"/>
              <a:t> Image Tag</a:t>
            </a:r>
            <a:endParaRPr lang="en-US" altLang="zh-TW" dirty="0"/>
          </a:p>
          <a:p>
            <a:pPr lvl="1"/>
            <a:r>
              <a:rPr dirty="0" err="1"/>
              <a:t>kubectl</a:t>
            </a:r>
            <a:r>
              <a:rPr dirty="0"/>
              <a:t> apply -k . -n $FLASKNAME</a:t>
            </a:r>
            <a:br>
              <a:rPr dirty="0"/>
            </a:br>
            <a:r>
              <a:rPr dirty="0" err="1"/>
              <a:t>動態注入變數</a:t>
            </a:r>
            <a:endParaRPr kumimoji="1" lang="en-US" altLang="zh-TW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155</a:t>
            </a:fld>
            <a:endParaRPr lang="zh-TW" altLang="en-US"/>
          </a:p>
        </p:txBody>
      </p:sp>
      <p:pic>
        <p:nvPicPr>
          <p:cNvPr id="8" name="圖片版面配置區 7">
            <a:extLst>
              <a:ext uri="{FF2B5EF4-FFF2-40B4-BE49-F238E27FC236}">
                <a16:creationId xmlns:a16="http://schemas.microsoft.com/office/drawing/2014/main" id="{912C4E42-8E7E-DAD6-24FC-E1BA337240C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7681" b="76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0806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D99C22A-146C-05AF-E805-2D1F8F3B0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531" y="2374711"/>
            <a:ext cx="7450512" cy="340300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66F56F8-F9FF-91A2-6D8C-F713A3865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5201" y="2120113"/>
            <a:ext cx="8507343" cy="373852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EXPOSE 80</a:t>
            </a:r>
          </a:p>
          <a:p>
            <a:pPr marL="0" indent="0">
              <a:buNone/>
            </a:pPr>
            <a:r>
              <a:rPr kumimoji="1" lang="en-US" altLang="zh-TW" dirty="0"/>
              <a:t>CMD ["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", "-g", "daemon off;"]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88A470-B306-A6EA-437C-18E61FBD1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905465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7739</TotalTime>
  <Words>5532</Words>
  <Application>Microsoft Macintosh PowerPoint</Application>
  <PresentationFormat>寬螢幕</PresentationFormat>
  <Paragraphs>1175</Paragraphs>
  <Slides>238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238</vt:i4>
      </vt:variant>
    </vt:vector>
  </HeadingPairs>
  <TitlesOfParts>
    <vt:vector size="245" baseType="lpstr">
      <vt:lpstr>Microsoft JhengHei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- 3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Install kubectl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Rancher agent 運行流程 </vt:lpstr>
      <vt:lpstr>Kubernetes 部署中</vt:lpstr>
      <vt:lpstr>部署完成，點選Download KubeConfig </vt:lpstr>
      <vt:lpstr>另存Kubeconfig file.</vt:lpstr>
      <vt:lpstr>部署完成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Docker and Kubernetes Runner</vt:lpstr>
      <vt:lpstr>安裝k8s 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K8s Runner 準備完成</vt:lpstr>
      <vt:lpstr>建立docker runner 要用的project token</vt:lpstr>
      <vt:lpstr>設定Tags名稱為docker</vt:lpstr>
      <vt:lpstr>紀錄下這個runner token</vt:lpstr>
      <vt:lpstr>Gitlab dokcer runner，更改url跟token</vt:lpstr>
      <vt:lpstr>在vm1運行gitlab docker runner </vt:lpstr>
      <vt:lpstr>確保兩個Runner都是綠燈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你有遇到過多環境部署的問題嗎？</vt:lpstr>
      <vt:lpstr>傳統解決辦法與痛點</vt:lpstr>
      <vt:lpstr>Kustomize 簡介</vt:lpstr>
      <vt:lpstr>kustomization.yaml 核心功能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自己build Dockerfile: VueJS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育緯 周</cp:lastModifiedBy>
  <cp:revision>361</cp:revision>
  <dcterms:created xsi:type="dcterms:W3CDTF">2022-06-22T04:12:12Z</dcterms:created>
  <dcterms:modified xsi:type="dcterms:W3CDTF">2026-04-12T13:53:33Z</dcterms:modified>
</cp:coreProperties>
</file>