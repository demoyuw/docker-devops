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2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291" r:id="rId19"/>
    <p:sldId id="313" r:id="rId20"/>
    <p:sldId id="314" r:id="rId21"/>
    <p:sldId id="316" r:id="rId22"/>
    <p:sldId id="317" r:id="rId23"/>
    <p:sldId id="318" r:id="rId24"/>
    <p:sldId id="319" r:id="rId25"/>
    <p:sldId id="320" r:id="rId26"/>
    <p:sldId id="321" r:id="rId27"/>
    <p:sldId id="575" r:id="rId28"/>
    <p:sldId id="331" r:id="rId29"/>
    <p:sldId id="332" r:id="rId30"/>
    <p:sldId id="333" r:id="rId31"/>
    <p:sldId id="336" r:id="rId32"/>
    <p:sldId id="337" r:id="rId33"/>
    <p:sldId id="338" r:id="rId34"/>
    <p:sldId id="339" r:id="rId35"/>
    <p:sldId id="340" r:id="rId36"/>
    <p:sldId id="675" r:id="rId37"/>
    <p:sldId id="676" r:id="rId38"/>
    <p:sldId id="341" r:id="rId39"/>
    <p:sldId id="342" r:id="rId40"/>
    <p:sldId id="343" r:id="rId41"/>
    <p:sldId id="344" r:id="rId42"/>
    <p:sldId id="345" r:id="rId43"/>
    <p:sldId id="346" r:id="rId44"/>
    <p:sldId id="347" r:id="rId45"/>
    <p:sldId id="688" r:id="rId46"/>
    <p:sldId id="348" r:id="rId47"/>
    <p:sldId id="349" r:id="rId48"/>
    <p:sldId id="689" r:id="rId49"/>
    <p:sldId id="350" r:id="rId50"/>
    <p:sldId id="690" r:id="rId51"/>
    <p:sldId id="351" r:id="rId52"/>
    <p:sldId id="352" r:id="rId53"/>
    <p:sldId id="353" r:id="rId54"/>
    <p:sldId id="354" r:id="rId55"/>
    <p:sldId id="355" r:id="rId56"/>
    <p:sldId id="361" r:id="rId57"/>
    <p:sldId id="674" r:id="rId58"/>
    <p:sldId id="358" r:id="rId59"/>
    <p:sldId id="359" r:id="rId60"/>
    <p:sldId id="360" r:id="rId61"/>
    <p:sldId id="357" r:id="rId62"/>
    <p:sldId id="362" r:id="rId63"/>
    <p:sldId id="363" r:id="rId64"/>
    <p:sldId id="364" r:id="rId65"/>
    <p:sldId id="365" r:id="rId66"/>
    <p:sldId id="369" r:id="rId67"/>
    <p:sldId id="370" r:id="rId68"/>
    <p:sldId id="371" r:id="rId69"/>
    <p:sldId id="677" r:id="rId70"/>
    <p:sldId id="678" r:id="rId71"/>
    <p:sldId id="679" r:id="rId72"/>
    <p:sldId id="680" r:id="rId73"/>
    <p:sldId id="584" r:id="rId74"/>
    <p:sldId id="681" r:id="rId75"/>
    <p:sldId id="396" r:id="rId76"/>
    <p:sldId id="397" r:id="rId77"/>
    <p:sldId id="398" r:id="rId78"/>
    <p:sldId id="403" r:id="rId79"/>
    <p:sldId id="404" r:id="rId80"/>
    <p:sldId id="405" r:id="rId81"/>
    <p:sldId id="406" r:id="rId82"/>
    <p:sldId id="407" r:id="rId83"/>
    <p:sldId id="408" r:id="rId84"/>
    <p:sldId id="484" r:id="rId85"/>
    <p:sldId id="409" r:id="rId86"/>
    <p:sldId id="485" r:id="rId87"/>
    <p:sldId id="487" r:id="rId88"/>
    <p:sldId id="495" r:id="rId89"/>
    <p:sldId id="496" r:id="rId90"/>
    <p:sldId id="498" r:id="rId91"/>
    <p:sldId id="499" r:id="rId92"/>
    <p:sldId id="500" r:id="rId93"/>
    <p:sldId id="501" r:id="rId94"/>
    <p:sldId id="464" r:id="rId95"/>
    <p:sldId id="257" r:id="rId96"/>
    <p:sldId id="465" r:id="rId97"/>
    <p:sldId id="466" r:id="rId98"/>
    <p:sldId id="467" r:id="rId99"/>
    <p:sldId id="694" r:id="rId100"/>
    <p:sldId id="468" r:id="rId101"/>
    <p:sldId id="469" r:id="rId102"/>
    <p:sldId id="695" r:id="rId103"/>
    <p:sldId id="696" r:id="rId104"/>
    <p:sldId id="470" r:id="rId105"/>
    <p:sldId id="471" r:id="rId106"/>
    <p:sldId id="472" r:id="rId107"/>
    <p:sldId id="473" r:id="rId108"/>
    <p:sldId id="682" r:id="rId109"/>
    <p:sldId id="683" r:id="rId110"/>
    <p:sldId id="507" r:id="rId111"/>
    <p:sldId id="508" r:id="rId112"/>
    <p:sldId id="513" r:id="rId113"/>
    <p:sldId id="623" r:id="rId114"/>
    <p:sldId id="624" r:id="rId115"/>
    <p:sldId id="510" r:id="rId116"/>
    <p:sldId id="512" r:id="rId117"/>
    <p:sldId id="511" r:id="rId118"/>
    <p:sldId id="622" r:id="rId119"/>
    <p:sldId id="475" r:id="rId120"/>
    <p:sldId id="476" r:id="rId121"/>
    <p:sldId id="477" r:id="rId122"/>
    <p:sldId id="482" r:id="rId123"/>
    <p:sldId id="478" r:id="rId124"/>
    <p:sldId id="479" r:id="rId125"/>
    <p:sldId id="480" r:id="rId126"/>
    <p:sldId id="691" r:id="rId127"/>
    <p:sldId id="481" r:id="rId128"/>
    <p:sldId id="673" r:id="rId129"/>
    <p:sldId id="643" r:id="rId130"/>
    <p:sldId id="641" r:id="rId131"/>
    <p:sldId id="642" r:id="rId132"/>
    <p:sldId id="628" r:id="rId133"/>
    <p:sldId id="631" r:id="rId134"/>
    <p:sldId id="626" r:id="rId135"/>
    <p:sldId id="629" r:id="rId136"/>
    <p:sldId id="634" r:id="rId137"/>
    <p:sldId id="619" r:id="rId138"/>
    <p:sldId id="515" r:id="rId139"/>
    <p:sldId id="620" r:id="rId140"/>
    <p:sldId id="514" r:id="rId141"/>
    <p:sldId id="621" r:id="rId142"/>
    <p:sldId id="617" r:id="rId143"/>
    <p:sldId id="618" r:id="rId144"/>
    <p:sldId id="630" r:id="rId145"/>
    <p:sldId id="636" r:id="rId146"/>
    <p:sldId id="632" r:id="rId147"/>
    <p:sldId id="633" r:id="rId148"/>
    <p:sldId id="637" r:id="rId149"/>
    <p:sldId id="635" r:id="rId150"/>
    <p:sldId id="639" r:id="rId151"/>
    <p:sldId id="638" r:id="rId152"/>
    <p:sldId id="640" r:id="rId153"/>
    <p:sldId id="644" r:id="rId154"/>
    <p:sldId id="645" r:id="rId155"/>
    <p:sldId id="692" r:id="rId156"/>
    <p:sldId id="646" r:id="rId157"/>
    <p:sldId id="647" r:id="rId158"/>
    <p:sldId id="648" r:id="rId159"/>
    <p:sldId id="649" r:id="rId160"/>
    <p:sldId id="654" r:id="rId161"/>
    <p:sldId id="697" r:id="rId162"/>
    <p:sldId id="655" r:id="rId163"/>
    <p:sldId id="656" r:id="rId164"/>
    <p:sldId id="657" r:id="rId165"/>
    <p:sldId id="658" r:id="rId166"/>
    <p:sldId id="659" r:id="rId167"/>
    <p:sldId id="698" r:id="rId168"/>
    <p:sldId id="660" r:id="rId169"/>
    <p:sldId id="661" r:id="rId170"/>
    <p:sldId id="662" r:id="rId171"/>
    <p:sldId id="664" r:id="rId172"/>
    <p:sldId id="699" r:id="rId173"/>
    <p:sldId id="663" r:id="rId174"/>
    <p:sldId id="700" r:id="rId175"/>
    <p:sldId id="665" r:id="rId176"/>
    <p:sldId id="701" r:id="rId177"/>
    <p:sldId id="666" r:id="rId178"/>
    <p:sldId id="702" r:id="rId179"/>
    <p:sldId id="703" r:id="rId180"/>
    <p:sldId id="705" r:id="rId181"/>
    <p:sldId id="704" r:id="rId182"/>
    <p:sldId id="668" r:id="rId183"/>
    <p:sldId id="669" r:id="rId184"/>
    <p:sldId id="667" r:id="rId185"/>
    <p:sldId id="706" r:id="rId186"/>
    <p:sldId id="707" r:id="rId187"/>
    <p:sldId id="670" r:id="rId188"/>
    <p:sldId id="693" r:id="rId189"/>
    <p:sldId id="708" r:id="rId190"/>
    <p:sldId id="671" r:id="rId191"/>
    <p:sldId id="653" r:id="rId192"/>
    <p:sldId id="627" r:id="rId193"/>
    <p:sldId id="686" r:id="rId194"/>
    <p:sldId id="502" r:id="rId195"/>
    <p:sldId id="503" r:id="rId196"/>
    <p:sldId id="504" r:id="rId197"/>
    <p:sldId id="505" r:id="rId198"/>
    <p:sldId id="506" r:id="rId199"/>
    <p:sldId id="684" r:id="rId200"/>
    <p:sldId id="281" r:id="rId201"/>
    <p:sldId id="282" r:id="rId202"/>
    <p:sldId id="283" r:id="rId203"/>
    <p:sldId id="284" r:id="rId204"/>
    <p:sldId id="285" r:id="rId205"/>
    <p:sldId id="286" r:id="rId206"/>
    <p:sldId id="287" r:id="rId207"/>
    <p:sldId id="288" r:id="rId208"/>
    <p:sldId id="685" r:id="rId209"/>
    <p:sldId id="292" r:id="rId210"/>
    <p:sldId id="293" r:id="rId211"/>
    <p:sldId id="294" r:id="rId212"/>
    <p:sldId id="295" r:id="rId213"/>
    <p:sldId id="296" r:id="rId214"/>
    <p:sldId id="297" r:id="rId215"/>
    <p:sldId id="516" r:id="rId216"/>
    <p:sldId id="517" r:id="rId217"/>
    <p:sldId id="593" r:id="rId218"/>
    <p:sldId id="604" r:id="rId219"/>
    <p:sldId id="616" r:id="rId220"/>
    <p:sldId id="607" r:id="rId221"/>
    <p:sldId id="608" r:id="rId222"/>
    <p:sldId id="605" r:id="rId223"/>
    <p:sldId id="606" r:id="rId224"/>
    <p:sldId id="609" r:id="rId225"/>
    <p:sldId id="611" r:id="rId226"/>
    <p:sldId id="613" r:id="rId227"/>
    <p:sldId id="612" r:id="rId228"/>
    <p:sldId id="614" r:id="rId229"/>
    <p:sldId id="615" r:id="rId230"/>
    <p:sldId id="625" r:id="rId23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8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ableStyles" Target="tableStyle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presProps" Target="pres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heme" Target="theme/theme1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204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2025/8/18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4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</a:p>
          <a:p>
            <a:r>
              <a:rPr kumimoji="1" lang="en-US" altLang="zh-TW" dirty="0"/>
              <a:t>Kubernetes</a:t>
            </a:r>
          </a:p>
          <a:p>
            <a:r>
              <a:rPr kumimoji="1" lang="en-US" altLang="zh-TW" dirty="0"/>
              <a:t>Helm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git clone https://</a:t>
            </a:r>
            <a:r>
              <a:rPr kumimoji="1" lang="en-US" altLang="zh-TW" dirty="0" err="1"/>
              <a:t>github.com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/docker-</a:t>
            </a:r>
            <a:r>
              <a:rPr kumimoji="1" lang="en-US" altLang="zh-TW" dirty="0" err="1"/>
              <a:t>devops.git</a:t>
            </a:r>
            <a:endParaRPr kumimoji="1" lang="en-US" altLang="zh-TW" dirty="0"/>
          </a:p>
          <a:p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</a:t>
            </a:r>
            <a:r>
              <a:rPr lang="en-US" altLang="zh-TW" dirty="0" err="1"/>
              <a:t>nginx</a:t>
            </a:r>
            <a:endParaRPr lang="en-US" altLang="zh-TW" dirty="0"/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flask:v0.1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TW" altLang="en-US" dirty="0"/>
              <a:t>重啟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在</a:t>
            </a:r>
            <a:r>
              <a:rPr kumimoji="1" lang="en-US" altLang="zh-CN" dirty="0"/>
              <a:t>Container</a:t>
            </a:r>
            <a:r>
              <a:rPr kumimoji="1" lang="zh-TW" altLang="en-US" dirty="0"/>
              <a:t> 內執行</a:t>
            </a:r>
            <a:r>
              <a:rPr kumimoji="1" lang="en-US" altLang="zh-TW" dirty="0"/>
              <a:t>command</a:t>
            </a:r>
            <a:endParaRPr kumimoji="1" lang="en-US" altLang="zh-CN" dirty="0"/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在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r>
              <a:rPr lang="en-US" altLang="zh-CN" dirty="0"/>
              <a:t>/bin/bash</a:t>
            </a:r>
            <a:r>
              <a:rPr lang="zh-TW" altLang="en-US" dirty="0"/>
              <a:t> 提供互動環境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`ls</a:t>
            </a:r>
            <a:r>
              <a:rPr kumimoji="1" lang="zh-TW" altLang="en-US" dirty="0"/>
              <a:t> </a:t>
            </a:r>
            <a:r>
              <a:rPr kumimoji="1" lang="en-US" altLang="zh-TW" dirty="0"/>
              <a:t>/ ` command</a:t>
            </a:r>
            <a:r>
              <a:rPr kumimoji="1" lang="zh-CN" altLang="en-US" dirty="0"/>
              <a:t>，並</a:t>
            </a:r>
            <a:r>
              <a:rPr kumimoji="1" lang="en-US" altLang="zh-CN" dirty="0"/>
              <a:t>print output</a:t>
            </a:r>
            <a:endParaRPr kumimoji="1" lang="en-US" altLang="zh-TW" dirty="0"/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</a:t>
            </a:r>
            <a:r>
              <a:rPr kumimoji="1" lang="en-US" altLang="zh-TW" dirty="0"/>
              <a:t>and </a:t>
            </a:r>
            <a:r>
              <a:rPr kumimoji="1" lang="en-US" altLang="zh-CN" dirty="0"/>
              <a:t>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docker 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Container detail(</a:t>
            </a:r>
            <a:r>
              <a:rPr kumimoji="1" lang="zh-TW" altLang="en-US" dirty="0"/>
              <a:t>查詢</a:t>
            </a:r>
            <a:r>
              <a:rPr kumimoji="1" lang="en-US" altLang="zh-TW" dirty="0"/>
              <a:t>container</a:t>
            </a:r>
            <a:r>
              <a:rPr kumimoji="1" lang="zh-TW" altLang="en-US" dirty="0"/>
              <a:t> 詳細</a:t>
            </a:r>
            <a:r>
              <a:rPr kumimoji="1" lang="zh-CN" altLang="en-US" dirty="0"/>
              <a:t>設定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ED1F591-09A4-224E-92DA-A3E33AA61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690DE-2739-0B47-A777-E3212D2D333B}" type="datetime1">
              <a:rPr kumimoji="1" lang="zh-TW" altLang="en-US" smtClean="0"/>
              <a:t>2025/8/18</a:t>
            </a:fld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63CE5B8-37C0-8D4A-A73C-420D4119A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85872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3C9FA8-34AA-FF41-B6C8-E4288144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2025/8/18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3557B8-2194-3441-9744-828A00D24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84935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command</a:t>
            </a:r>
            <a:r>
              <a:rPr kumimoji="1" lang="zh-TW" altLang="en-US" dirty="0"/>
              <a:t> </a:t>
            </a:r>
            <a:r>
              <a:rPr kumimoji="1" lang="en-US" altLang="zh-TW" dirty="0"/>
              <a:t>on vm1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60009B47-2B8D-F0B2-D9B7-35589830A2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37" y="2394208"/>
            <a:ext cx="11707688" cy="1559953"/>
          </a:xfrm>
        </p:spPr>
      </p:pic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RKE1 &amp; Custom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71277208-2BB3-9A48-8C85-5CAB0CC3F2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6895" y="2311147"/>
            <a:ext cx="8398209" cy="4351338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A4CFDAF-CA32-7C92-1C81-DED33299F01E}"/>
              </a:ext>
            </a:extLst>
          </p:cNvPr>
          <p:cNvSpPr txBox="1"/>
          <p:nvPr/>
        </p:nvSpPr>
        <p:spPr>
          <a:xfrm>
            <a:off x="1896895" y="1814281"/>
            <a:ext cx="8383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RKE1 based on docker, RKE2 based on </a:t>
            </a:r>
            <a:r>
              <a:rPr kumimoji="1" lang="en-US" altLang="zh-TW" dirty="0" err="1"/>
              <a:t>containerd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8BB8C87-7917-0D5A-C69F-A016C78E9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65966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95607AE-14E1-E3DF-BF7D-77F278A2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586" y="1825625"/>
            <a:ext cx="8584827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B09F497-8B7F-B175-8D5B-6248E5CA0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4366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075E49-2B82-A44C-8E76-1DF27AFB6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選擇</a:t>
            </a:r>
            <a:r>
              <a:rPr kumimoji="1" lang="en-US" altLang="zh-CN" dirty="0"/>
              <a:t>CNI</a:t>
            </a:r>
            <a:r>
              <a:rPr kumimoji="1" lang="zh-TW" altLang="en-US" dirty="0"/>
              <a:t> </a:t>
            </a:r>
            <a:r>
              <a:rPr kumimoji="1" lang="en-US" altLang="zh-TW" dirty="0"/>
              <a:t>MTU</a:t>
            </a:r>
            <a:r>
              <a:rPr kumimoji="1" lang="zh-CN" altLang="en-US" dirty="0"/>
              <a:t>大小為</a:t>
            </a:r>
            <a:r>
              <a:rPr kumimoji="1" lang="en-US" altLang="zh-CN" dirty="0"/>
              <a:t>1440</a:t>
            </a:r>
            <a:r>
              <a:rPr kumimoji="1" lang="zh-CN" altLang="en-US" dirty="0"/>
              <a:t>，</a:t>
            </a:r>
            <a:r>
              <a:rPr kumimoji="1" lang="en-US" altLang="zh-CN" dirty="0"/>
              <a:t>Cloud prover</a:t>
            </a:r>
            <a:r>
              <a:rPr kumimoji="1" lang="zh-TW" altLang="en-US" dirty="0"/>
              <a:t> 選</a:t>
            </a:r>
            <a:r>
              <a:rPr kumimoji="1" lang="en-US" altLang="zh-TW" dirty="0"/>
              <a:t>None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C0C6DAC-BF80-2F4C-AFBF-A4D6F27A91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8533" y="1825625"/>
            <a:ext cx="9394934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D3B13F-1382-9269-2BAE-941770C2F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5613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agent run command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AAD70FA-E384-AE49-B9BC-EA03366918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4251" y="2141537"/>
            <a:ext cx="938349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6E7624E-2724-77AD-B1C4-FEBD3CEC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80594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8B1C7F-268A-29D9-59D0-32436616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C64BD2F-C560-C9D5-29AA-2255410EB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2941" y="2664260"/>
            <a:ext cx="8285611" cy="283832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3CA8C3B-41EA-4E12-FBD6-1E763B18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0251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42A3C0-8833-EF23-D20B-498A737F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01612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EC3B39-3F41-A143-84BC-2139C51E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到</a:t>
            </a:r>
            <a:r>
              <a:rPr kumimoji="1" lang="en-US" altLang="zh-TW" dirty="0"/>
              <a:t>vm2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docker agent run command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51F9071A-1B25-AF4B-9BC9-10D86896D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863" y="2949146"/>
            <a:ext cx="11188937" cy="19848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4C6C8E0-CD93-D77F-4819-F4EE42E8E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45376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2309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F257E05-4F0E-56DB-0E09-B8BA4CC98A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717413"/>
            <a:ext cx="10515600" cy="256776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D547C45-A78D-E7C6-5946-8824877B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5513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C62C0A-768E-EE3A-DD33-A8591944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FFE06E3-0145-8E2B-98A4-99FBAD08C2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223" y="2931941"/>
            <a:ext cx="7142787" cy="238897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5DE89F8-BCA1-CCF5-8503-0D6167E46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49152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4A4F201-897C-D76B-E1DE-196F4D3467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475" y="1825625"/>
            <a:ext cx="9921050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BB3E86-D575-6770-C3B0-EB42F0C1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84034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47850"/>
            <a:ext cx="8172650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B52F1BF-D3F2-F835-2E0D-CFD53E84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11129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~/docker-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55715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6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-common -y</a:t>
            </a:r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docker run -e GITLAB_OMNIBUS_CONFIG="</a:t>
            </a:r>
            <a:r>
              <a:rPr lang="en-US" altLang="zh-TW" dirty="0" err="1"/>
              <a:t>external_url</a:t>
            </a:r>
            <a:r>
              <a:rPr lang="en-US" altLang="zh-TW" dirty="0"/>
              <a:t> 'http://</a:t>
            </a:r>
            <a:r>
              <a:rPr lang="en-US" altLang="zh-TW" dirty="0">
                <a:solidFill>
                  <a:srgbClr val="FF0000"/>
                </a:solidFill>
              </a:rPr>
              <a:t>VM1</a:t>
            </a:r>
            <a:r>
              <a:rPr lang="zh-TW" altLang="en-US" dirty="0">
                <a:solidFill>
                  <a:srgbClr val="FF0000"/>
                </a:solidFill>
              </a:rPr>
              <a:t>外部</a:t>
            </a:r>
            <a:r>
              <a:rPr lang="en-US" altLang="zh-TW" dirty="0">
                <a:solidFill>
                  <a:srgbClr val="FF0000"/>
                </a:solidFill>
              </a:rPr>
              <a:t>IP</a:t>
            </a:r>
            <a:r>
              <a:rPr lang="en-US" altLang="zh-TW" dirty="0"/>
              <a:t>';</a:t>
            </a:r>
            <a:r>
              <a:rPr lang="en-US" altLang="zh-TW" dirty="0" err="1"/>
              <a:t>prometheus_monitoring</a:t>
            </a:r>
            <a:r>
              <a:rPr lang="en-US" altLang="zh-TW" dirty="0"/>
              <a:t>['enable'] = </a:t>
            </a:r>
            <a:r>
              <a:rPr lang="en-US" altLang="zh-TW" dirty="0" err="1"/>
              <a:t>false;gitlab_kas</a:t>
            </a:r>
            <a:r>
              <a:rPr lang="en-US" altLang="zh-TW" dirty="0"/>
              <a:t>['enable'] = true;" -d -p 443:443 -p 80:80 -p 10022:22 --name </a:t>
            </a:r>
            <a:r>
              <a:rPr lang="en-US" altLang="zh-TW" dirty="0" err="1"/>
              <a:t>gitlab</a:t>
            </a:r>
            <a:r>
              <a:rPr lang="en-US" altLang="zh-TW" dirty="0"/>
              <a:t> --restart always -v $HOME/</a:t>
            </a:r>
            <a:r>
              <a:rPr lang="en-US" altLang="zh-TW" dirty="0" err="1"/>
              <a:t>gitlab</a:t>
            </a:r>
            <a:r>
              <a:rPr lang="en-US" altLang="zh-TW" dirty="0"/>
              <a:t>/config:/</a:t>
            </a:r>
            <a:r>
              <a:rPr lang="en-US" altLang="zh-TW" dirty="0" err="1"/>
              <a:t>etc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/logs:/var/log/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/data:/var/opt/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 err="1"/>
              <a:t>gitlab</a:t>
            </a:r>
            <a:r>
              <a:rPr lang="en-US" altLang="zh-TW" dirty="0"/>
              <a:t>/gitlab-ce:17.10.1-ce.0</a:t>
            </a:r>
          </a:p>
          <a:p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t>Container</a:t>
            </a:r>
          </a:p>
          <a:p>
            <a:pPr>
              <a:lnSpc>
                <a:spcPct val="90000"/>
              </a:lnSpc>
              <a:defRPr sz="2900"/>
            </a:pPr>
            <a:r>
              <a:t>--name gitlab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containe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名稱</a:t>
            </a: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-v (volume)</a:t>
            </a:r>
          </a:p>
          <a:p>
            <a:pPr marL="742950" lvl="1" indent="-285750">
              <a:defRPr sz="2800"/>
            </a:pPr>
            <a:r>
              <a:t>$HOME/gitlab/config:/etc/gitlab</a:t>
            </a:r>
          </a:p>
          <a:p>
            <a:pPr marL="1143000" lvl="2" indent="-228600">
              <a:defRPr sz="2400"/>
            </a:pPr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設定檔</a:t>
            </a:r>
          </a:p>
          <a:p>
            <a:pPr marL="742950" lvl="1" indent="-285750">
              <a:defRPr sz="2800"/>
            </a:pPr>
            <a:r>
              <a:t>$HOME/gitlab/logs:/var/log/gitlab</a:t>
            </a:r>
          </a:p>
          <a:p>
            <a:pPr marL="1143000" lvl="2" indent="-228600">
              <a:defRPr sz="2400"/>
            </a:pPr>
            <a:r>
              <a:t>Gitlab log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</a:t>
            </a:r>
          </a:p>
          <a:p>
            <a:pPr marL="742950" lvl="1" indent="-285750">
              <a:defRPr sz="2800"/>
            </a:pPr>
            <a:r>
              <a:t>$HOME/gitlab/data:/var/opt/gitlab</a:t>
            </a:r>
          </a:p>
          <a:p>
            <a:pPr marL="1143000" lvl="2" indent="-228600">
              <a:defRPr sz="2400"/>
            </a:pPr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資料儲存位置</a:t>
            </a: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Kubernetes Runner</a:t>
            </a:r>
            <a:endParaRPr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105CAEE-44A9-3EE5-9E14-6F1A00BAEC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6500" y="2076119"/>
            <a:ext cx="8531939" cy="39200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Runner </a:t>
            </a:r>
            <a:r>
              <a:rPr kumimoji="1" lang="zh-TW" altLang="en-US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rPr lang="zh-TW" altLang="en-US" dirty="0"/>
              <a:t>允許該</a:t>
            </a:r>
            <a:r>
              <a:rPr dirty="0"/>
              <a:t>job fail</a:t>
            </a:r>
            <a:r>
              <a:rPr lang="en-US" altLang="zh-TW" dirty="0"/>
              <a:t>ed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該</a:t>
            </a:r>
            <a:r>
              <a:rPr dirty="0"/>
              <a:t>job </a:t>
            </a:r>
            <a:r>
              <a:rPr dirty="0" err="1"/>
              <a:t>fail</a:t>
            </a:r>
            <a:r>
              <a:rPr lang="en-US" dirty="0" err="1"/>
              <a:t>e也不影響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後續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j</a:t>
            </a:r>
            <a:r>
              <a:rPr dirty="0" err="1"/>
              <a:t>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著執行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259197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66398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25228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439532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087099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300155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664811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326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47275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526644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"s/flask/$FLASKNAME/g "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用變數</a:t>
            </a:r>
            <a:r>
              <a:rPr lang="en-US" altLang="zh-TW" dirty="0"/>
              <a:t>$FLASKNAME</a:t>
            </a:r>
            <a:r>
              <a:rPr lang="zh-TW" altLang="en-US" dirty="0"/>
              <a:t> 值</a:t>
            </a:r>
            <a:r>
              <a:rPr kumimoji="1" lang="zh-TW" altLang="en-US" dirty="0"/>
              <a:t>取代掉</a:t>
            </a:r>
            <a:r>
              <a:rPr lang="en-US" altLang="zh-TW" dirty="0"/>
              <a:t>flask-</a:t>
            </a:r>
            <a:r>
              <a:rPr lang="en-US" altLang="zh-TW" dirty="0" err="1"/>
              <a:t>ns.yaml</a:t>
            </a:r>
            <a:r>
              <a:rPr lang="zh-TW" altLang="en-US" dirty="0"/>
              <a:t>檔案裡的</a:t>
            </a:r>
            <a:r>
              <a:rPr lang="en-US" altLang="zh-TW" dirty="0"/>
              <a:t>flask</a:t>
            </a:r>
          </a:p>
          <a:p>
            <a:r>
              <a:rPr lang="en-US" altLang="zh-TW" dirty="0"/>
              <a:t>cat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檢查替換成果</a:t>
            </a:r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apply -f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lang="en-US" altLang="zh-TW" dirty="0"/>
              <a:t>Apply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"s/master/$CI_COMMIT_REF_NAME/g" deployment/flask-</a:t>
            </a:r>
            <a:r>
              <a:rPr lang="en-US" altLang="zh-TW" dirty="0" err="1"/>
              <a:t>api</a:t>
            </a:r>
            <a:r>
              <a:rPr lang="en-US" altLang="zh-TW" dirty="0"/>
              <a:t>/flask-</a:t>
            </a:r>
            <a:r>
              <a:rPr lang="en-US" altLang="zh-TW" dirty="0" err="1"/>
              <a:t>api</a:t>
            </a:r>
            <a:r>
              <a:rPr lang="en-US" altLang="zh-TW" dirty="0"/>
              <a:t>-</a:t>
            </a:r>
            <a:r>
              <a:rPr lang="en-US" altLang="zh-TW" dirty="0" err="1"/>
              <a:t>deploy.yaml</a:t>
            </a:r>
            <a:endParaRPr lang="en-US" altLang="zh-TW" dirty="0"/>
          </a:p>
          <a:p>
            <a:pPr lvl="1"/>
            <a:r>
              <a:rPr kumimoji="1" lang="zh-TW" altLang="en-US" dirty="0"/>
              <a:t>替換掉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內的</a:t>
            </a:r>
            <a:r>
              <a:rPr kumimoji="1" lang="en-US" altLang="zh-TW" dirty="0"/>
              <a:t>container image tag, </a:t>
            </a:r>
            <a:r>
              <a:rPr kumimoji="1" lang="zh-TW" altLang="en-US" dirty="0"/>
              <a:t>從</a:t>
            </a:r>
            <a:r>
              <a:rPr kumimoji="1" lang="en-US" altLang="zh-TW" dirty="0"/>
              <a:t>master </a:t>
            </a:r>
            <a:r>
              <a:rPr kumimoji="1" lang="zh-TW" altLang="en-US" dirty="0"/>
              <a:t>換成本次</a:t>
            </a:r>
            <a:r>
              <a:rPr kumimoji="1" lang="en-US" altLang="zh-TW" dirty="0"/>
              <a:t>commit </a:t>
            </a:r>
            <a:r>
              <a:rPr kumimoji="1" lang="zh-TW" altLang="en-US" dirty="0"/>
              <a:t>的分支名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A569C77-95BB-85C5-4D7F-0FA1003E4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85" y="3355442"/>
            <a:ext cx="9232900" cy="3416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24456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02DC8556-F440-5691-F9ED-56CE2A35D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6292</TotalTime>
  <Words>5384</Words>
  <Application>Microsoft Macintosh PowerPoint</Application>
  <PresentationFormat>寬螢幕</PresentationFormat>
  <Paragraphs>1133</Paragraphs>
  <Slides>230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230</vt:i4>
      </vt:variant>
    </vt:vector>
  </HeadingPairs>
  <TitlesOfParts>
    <vt:vector size="237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 command on vm1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預計裝在裸機，點選RKE1 &amp; Custom</vt:lpstr>
      <vt:lpstr>Cluster命名、選擇k8s版本，選擇網路模組Calico</vt:lpstr>
      <vt:lpstr>選擇CNI MTU大小為1440，Cloud prover 選None</vt:lpstr>
      <vt:lpstr>勾選etcd, control plane, worker三項，複製下面docker agent run command</vt:lpstr>
      <vt:lpstr>Install docker in the VM2</vt:lpstr>
      <vt:lpstr>Install docker in the VM2</vt:lpstr>
      <vt:lpstr>到vm2執行docker agent run command</vt:lpstr>
      <vt:lpstr>Rancher agent 運行流程 </vt:lpstr>
      <vt:lpstr>Kubernetes 部署中</vt:lpstr>
      <vt:lpstr>部署完成</vt:lpstr>
      <vt:lpstr>部署完成，點選Download KubeConfig </vt:lpstr>
      <vt:lpstr>另存Kubeconfig file.</vt:lpstr>
      <vt:lpstr>Kubernetes 操作</vt:lpstr>
      <vt:lpstr>放置kube conf</vt:lpstr>
      <vt:lpstr>切換k8s 環境 (讀取~/.kube/config)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K8S 顯示資訊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Kubernetes Runner</vt:lpstr>
      <vt:lpstr>安裝Runner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Runner 準備完成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設定全域變數</vt:lpstr>
      <vt:lpstr>設定dockerhub username and password</vt:lpstr>
      <vt:lpstr>至Docker hub 檢查image 上傳</vt:lpstr>
      <vt:lpstr>部署 k8s namespace</vt:lpstr>
      <vt:lpstr>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部署namespace 說明</vt:lpstr>
      <vt:lpstr>檢查namespace 建立</vt:lpstr>
      <vt:lpstr>平行並行: 部署k8s deployment 與 service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336</cp:revision>
  <dcterms:created xsi:type="dcterms:W3CDTF">2022-06-22T04:12:12Z</dcterms:created>
  <dcterms:modified xsi:type="dcterms:W3CDTF">2025-08-18T14:05:09Z</dcterms:modified>
</cp:coreProperties>
</file>