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6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83" r:id="rId19"/>
    <p:sldId id="306" r:id="rId20"/>
    <p:sldId id="313" r:id="rId21"/>
    <p:sldId id="314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31" r:id="rId30"/>
    <p:sldId id="332" r:id="rId31"/>
    <p:sldId id="333" r:id="rId32"/>
    <p:sldId id="336" r:id="rId33"/>
    <p:sldId id="337" r:id="rId34"/>
    <p:sldId id="338" r:id="rId35"/>
    <p:sldId id="339" r:id="rId36"/>
    <p:sldId id="340" r:id="rId37"/>
    <p:sldId id="675" r:id="rId38"/>
    <p:sldId id="676" r:id="rId39"/>
    <p:sldId id="341" r:id="rId40"/>
    <p:sldId id="342" r:id="rId41"/>
    <p:sldId id="343" r:id="rId42"/>
    <p:sldId id="709" r:id="rId43"/>
    <p:sldId id="710" r:id="rId44"/>
    <p:sldId id="711" r:id="rId45"/>
    <p:sldId id="833" r:id="rId46"/>
    <p:sldId id="838" r:id="rId47"/>
    <p:sldId id="835" r:id="rId48"/>
    <p:sldId id="836" r:id="rId49"/>
    <p:sldId id="837" r:id="rId50"/>
    <p:sldId id="834" r:id="rId51"/>
    <p:sldId id="353" r:id="rId52"/>
    <p:sldId id="354" r:id="rId53"/>
    <p:sldId id="355" r:id="rId54"/>
    <p:sldId id="357" r:id="rId55"/>
    <p:sldId id="361" r:id="rId56"/>
    <p:sldId id="674" r:id="rId57"/>
    <p:sldId id="358" r:id="rId58"/>
    <p:sldId id="359" r:id="rId59"/>
    <p:sldId id="360" r:id="rId60"/>
    <p:sldId id="362" r:id="rId61"/>
    <p:sldId id="363" r:id="rId62"/>
    <p:sldId id="364" r:id="rId63"/>
    <p:sldId id="365" r:id="rId64"/>
    <p:sldId id="369" r:id="rId65"/>
    <p:sldId id="370" r:id="rId66"/>
    <p:sldId id="371" r:id="rId67"/>
    <p:sldId id="677" r:id="rId68"/>
    <p:sldId id="678" r:id="rId69"/>
    <p:sldId id="679" r:id="rId70"/>
    <p:sldId id="680" r:id="rId71"/>
    <p:sldId id="584" r:id="rId72"/>
    <p:sldId id="681" r:id="rId73"/>
    <p:sldId id="396" r:id="rId74"/>
    <p:sldId id="397" r:id="rId75"/>
    <p:sldId id="398" r:id="rId76"/>
    <p:sldId id="403" r:id="rId77"/>
    <p:sldId id="404" r:id="rId78"/>
    <p:sldId id="405" r:id="rId79"/>
    <p:sldId id="406" r:id="rId80"/>
    <p:sldId id="407" r:id="rId81"/>
    <p:sldId id="408" r:id="rId82"/>
    <p:sldId id="484" r:id="rId83"/>
    <p:sldId id="409" r:id="rId84"/>
    <p:sldId id="485" r:id="rId85"/>
    <p:sldId id="487" r:id="rId86"/>
    <p:sldId id="495" r:id="rId87"/>
    <p:sldId id="496" r:id="rId88"/>
    <p:sldId id="498" r:id="rId89"/>
    <p:sldId id="499" r:id="rId90"/>
    <p:sldId id="500" r:id="rId91"/>
    <p:sldId id="501" r:id="rId92"/>
    <p:sldId id="464" r:id="rId93"/>
    <p:sldId id="257" r:id="rId94"/>
    <p:sldId id="465" r:id="rId95"/>
    <p:sldId id="466" r:id="rId96"/>
    <p:sldId id="467" r:id="rId97"/>
    <p:sldId id="694" r:id="rId98"/>
    <p:sldId id="468" r:id="rId99"/>
    <p:sldId id="469" r:id="rId100"/>
    <p:sldId id="695" r:id="rId101"/>
    <p:sldId id="696" r:id="rId102"/>
    <p:sldId id="470" r:id="rId103"/>
    <p:sldId id="471" r:id="rId104"/>
    <p:sldId id="472" r:id="rId105"/>
    <p:sldId id="473" r:id="rId106"/>
    <p:sldId id="682" r:id="rId107"/>
    <p:sldId id="683" r:id="rId108"/>
    <p:sldId id="507" r:id="rId109"/>
    <p:sldId id="508" r:id="rId110"/>
    <p:sldId id="513" r:id="rId111"/>
    <p:sldId id="623" r:id="rId112"/>
    <p:sldId id="624" r:id="rId113"/>
    <p:sldId id="510" r:id="rId114"/>
    <p:sldId id="512" r:id="rId115"/>
    <p:sldId id="511" r:id="rId116"/>
    <p:sldId id="841" r:id="rId117"/>
    <p:sldId id="842" r:id="rId118"/>
    <p:sldId id="843" r:id="rId119"/>
    <p:sldId id="840" r:id="rId120"/>
    <p:sldId id="844" r:id="rId121"/>
    <p:sldId id="845" r:id="rId122"/>
    <p:sldId id="619" r:id="rId123"/>
    <p:sldId id="515" r:id="rId124"/>
    <p:sldId id="620" r:id="rId125"/>
    <p:sldId id="514" r:id="rId126"/>
    <p:sldId id="621" r:id="rId127"/>
    <p:sldId id="617" r:id="rId128"/>
    <p:sldId id="618" r:id="rId129"/>
    <p:sldId id="626" r:id="rId130"/>
    <p:sldId id="622" r:id="rId131"/>
    <p:sldId id="475" r:id="rId132"/>
    <p:sldId id="476" r:id="rId133"/>
    <p:sldId id="477" r:id="rId134"/>
    <p:sldId id="482" r:id="rId135"/>
    <p:sldId id="478" r:id="rId136"/>
    <p:sldId id="479" r:id="rId137"/>
    <p:sldId id="480" r:id="rId138"/>
    <p:sldId id="691" r:id="rId139"/>
    <p:sldId id="481" r:id="rId140"/>
    <p:sldId id="673" r:id="rId141"/>
    <p:sldId id="643" r:id="rId142"/>
    <p:sldId id="641" r:id="rId143"/>
    <p:sldId id="642" r:id="rId144"/>
    <p:sldId id="628" r:id="rId145"/>
    <p:sldId id="629" r:id="rId146"/>
    <p:sldId id="631" r:id="rId147"/>
    <p:sldId id="634" r:id="rId148"/>
    <p:sldId id="630" r:id="rId149"/>
    <p:sldId id="636" r:id="rId150"/>
    <p:sldId id="632" r:id="rId151"/>
    <p:sldId id="633" r:id="rId152"/>
    <p:sldId id="637" r:id="rId153"/>
    <p:sldId id="635" r:id="rId154"/>
    <p:sldId id="639" r:id="rId155"/>
    <p:sldId id="638" r:id="rId156"/>
    <p:sldId id="640" r:id="rId157"/>
    <p:sldId id="644" r:id="rId158"/>
    <p:sldId id="645" r:id="rId159"/>
    <p:sldId id="692" r:id="rId160"/>
    <p:sldId id="646" r:id="rId161"/>
    <p:sldId id="647" r:id="rId162"/>
    <p:sldId id="648" r:id="rId163"/>
    <p:sldId id="649" r:id="rId164"/>
    <p:sldId id="654" r:id="rId165"/>
    <p:sldId id="697" r:id="rId166"/>
    <p:sldId id="655" r:id="rId167"/>
    <p:sldId id="656" r:id="rId168"/>
    <p:sldId id="657" r:id="rId169"/>
    <p:sldId id="658" r:id="rId170"/>
    <p:sldId id="659" r:id="rId171"/>
    <p:sldId id="698" r:id="rId172"/>
    <p:sldId id="660" r:id="rId173"/>
    <p:sldId id="661" r:id="rId174"/>
    <p:sldId id="662" r:id="rId175"/>
    <p:sldId id="664" r:id="rId176"/>
    <p:sldId id="699" r:id="rId177"/>
    <p:sldId id="663" r:id="rId178"/>
    <p:sldId id="700" r:id="rId179"/>
    <p:sldId id="665" r:id="rId180"/>
    <p:sldId id="701" r:id="rId181"/>
    <p:sldId id="666" r:id="rId182"/>
    <p:sldId id="702" r:id="rId183"/>
    <p:sldId id="703" r:id="rId184"/>
    <p:sldId id="705" r:id="rId185"/>
    <p:sldId id="704" r:id="rId186"/>
    <p:sldId id="668" r:id="rId187"/>
    <p:sldId id="669" r:id="rId188"/>
    <p:sldId id="667" r:id="rId189"/>
    <p:sldId id="706" r:id="rId190"/>
    <p:sldId id="707" r:id="rId191"/>
    <p:sldId id="670" r:id="rId192"/>
    <p:sldId id="693" r:id="rId193"/>
    <p:sldId id="708" r:id="rId194"/>
    <p:sldId id="671" r:id="rId195"/>
    <p:sldId id="653" r:id="rId196"/>
    <p:sldId id="627" r:id="rId197"/>
    <p:sldId id="686" r:id="rId198"/>
    <p:sldId id="502" r:id="rId199"/>
    <p:sldId id="503" r:id="rId200"/>
    <p:sldId id="504" r:id="rId201"/>
    <p:sldId id="505" r:id="rId202"/>
    <p:sldId id="506" r:id="rId203"/>
    <p:sldId id="684" r:id="rId204"/>
    <p:sldId id="281" r:id="rId205"/>
    <p:sldId id="282" r:id="rId206"/>
    <p:sldId id="283" r:id="rId207"/>
    <p:sldId id="284" r:id="rId208"/>
    <p:sldId id="285" r:id="rId209"/>
    <p:sldId id="286" r:id="rId210"/>
    <p:sldId id="287" r:id="rId211"/>
    <p:sldId id="288" r:id="rId212"/>
    <p:sldId id="685" r:id="rId213"/>
    <p:sldId id="292" r:id="rId214"/>
    <p:sldId id="293" r:id="rId215"/>
    <p:sldId id="294" r:id="rId216"/>
    <p:sldId id="295" r:id="rId217"/>
    <p:sldId id="296" r:id="rId218"/>
    <p:sldId id="297" r:id="rId219"/>
    <p:sldId id="516" r:id="rId220"/>
    <p:sldId id="517" r:id="rId221"/>
    <p:sldId id="593" r:id="rId222"/>
    <p:sldId id="604" r:id="rId223"/>
    <p:sldId id="616" r:id="rId224"/>
    <p:sldId id="607" r:id="rId225"/>
    <p:sldId id="608" r:id="rId226"/>
    <p:sldId id="605" r:id="rId227"/>
    <p:sldId id="606" r:id="rId228"/>
    <p:sldId id="609" r:id="rId229"/>
    <p:sldId id="611" r:id="rId230"/>
    <p:sldId id="613" r:id="rId231"/>
    <p:sldId id="612" r:id="rId232"/>
    <p:sldId id="614" r:id="rId233"/>
    <p:sldId id="615" r:id="rId234"/>
    <p:sldId id="625" r:id="rId23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856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presProps" Target="pres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viewProps" Target="viewProp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theme" Target="theme/theme1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tableStyles" Target="tableStyle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notesMaster" Target="notesMasters/notesMaster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208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95035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7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Container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ReplicateSet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123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5A116-B150-5C4C-8AFF-6D18E295E729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05BF1-9B49-AA40-9C5E-6935D3BB1A2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4DA9-E287-A847-8E39-C71527A1A657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19E7B-4664-B048-8627-29997BE79705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E128AE1-E1A7-F7D1-B235-911A0E99F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267" y="2500420"/>
            <a:ext cx="8953465" cy="34802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DFE5-EFCA-0D44-AE45-29CE5CE9198B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19E7B-4664-B048-8627-29997BE79705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</a:t>
            </a:r>
            <a:r>
              <a:rPr lang="en-US" altLang="zh-TW"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Deploymnet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sepc.selector.matchLables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32000~32767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32000~32767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--show-all=true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pic>
        <p:nvPicPr>
          <p:cNvPr id="3" name="內容版面配置區 2">
            <a:extLst>
              <a:ext uri="{FF2B5EF4-FFF2-40B4-BE49-F238E27FC236}">
                <a16:creationId xmlns:a16="http://schemas.microsoft.com/office/drawing/2014/main" id="{9EDD69E8-11F0-BE9F-589F-3E62117B8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143" y="2510463"/>
            <a:ext cx="8449483" cy="2854555"/>
          </a:xfrm>
          <a:prstGeom prst="rect">
            <a:avLst/>
          </a:prstGeom>
        </p:spPr>
      </p:pic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docker run -e GITLAB_OMNIBUS_CONFIG="</a:t>
            </a:r>
            <a:r>
              <a:rPr lang="en-US" altLang="zh-TW" dirty="0" err="1"/>
              <a:t>external_url</a:t>
            </a:r>
            <a:r>
              <a:rPr lang="en-US" altLang="zh-TW" dirty="0"/>
              <a:t> 'http:// 136.119.141.67';prometheus_monitoring['enable'] = </a:t>
            </a:r>
            <a:r>
              <a:rPr lang="en-US" altLang="zh-TW" dirty="0" err="1"/>
              <a:t>false;gitlab_kas</a:t>
            </a:r>
            <a:r>
              <a:rPr lang="en-US" altLang="zh-TW" dirty="0"/>
              <a:t>['enable'] = true;" -d -p 443:443 -p 80:80 -p 10022:22 --name </a:t>
            </a:r>
            <a:r>
              <a:rPr lang="en-US" altLang="zh-TW" dirty="0" err="1"/>
              <a:t>gitlab</a:t>
            </a:r>
            <a:r>
              <a:rPr lang="en-US" altLang="zh-TW" dirty="0"/>
              <a:t> --restart always -v $HOME/</a:t>
            </a:r>
            <a:r>
              <a:rPr lang="en-US" altLang="zh-TW" dirty="0" err="1"/>
              <a:t>gitlab</a:t>
            </a:r>
            <a:r>
              <a:rPr lang="en-US" altLang="zh-TW" dirty="0"/>
              <a:t>/config:/</a:t>
            </a:r>
            <a:r>
              <a:rPr lang="en-US" altLang="zh-TW" dirty="0" err="1"/>
              <a:t>etc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/logs:/var/log/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/data:/var/opt/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 err="1"/>
              <a:t>gitlab</a:t>
            </a:r>
            <a:r>
              <a:rPr lang="en-US" altLang="zh-TW" dirty="0"/>
              <a:t>/gitlab-ce:17.10.1-ce.0</a:t>
            </a:r>
          </a:p>
          <a:p>
            <a:r>
              <a:rPr lang="zh-TW" altLang="en-US" dirty="0"/>
              <a:t>把 </a:t>
            </a:r>
            <a:r>
              <a:rPr lang="en-US" altLang="zh-TW" dirty="0"/>
              <a:t>{VM1</a:t>
            </a:r>
            <a:r>
              <a:rPr lang="zh-TW" altLang="en-US" dirty="0"/>
              <a:t>外部</a:t>
            </a:r>
            <a:r>
              <a:rPr lang="en-US" altLang="zh-TW" dirty="0"/>
              <a:t>IP} </a:t>
            </a:r>
            <a:r>
              <a:rPr lang="zh-TW" altLang="en-US" dirty="0"/>
              <a:t>替換成自己的</a:t>
            </a:r>
            <a:r>
              <a:rPr lang="en-US" altLang="zh-TW" dirty="0"/>
              <a:t>VM1</a:t>
            </a:r>
            <a:r>
              <a:rPr lang="zh-TW" altLang="en-US" dirty="0"/>
              <a:t>的外部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rPr lang="zh-TW" altLang="en-US" dirty="0"/>
              <a:t>允許該</a:t>
            </a:r>
            <a:r>
              <a:rPr dirty="0"/>
              <a:t>job fail</a:t>
            </a:r>
            <a:r>
              <a:rPr lang="en-US" altLang="zh-TW" dirty="0"/>
              <a:t>ed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該</a:t>
            </a:r>
            <a:r>
              <a:rPr dirty="0"/>
              <a:t>job </a:t>
            </a:r>
            <a:r>
              <a:rPr dirty="0" err="1"/>
              <a:t>fail</a:t>
            </a:r>
            <a:r>
              <a:rPr lang="en-US" dirty="0" err="1"/>
              <a:t>e也不影響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後續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j</a:t>
            </a:r>
            <a:r>
              <a:rPr dirty="0" err="1"/>
              <a:t>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著執行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"s/flask/$FLASKNAME/g "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用變數</a:t>
            </a:r>
            <a:r>
              <a:rPr lang="en-US" altLang="zh-TW" dirty="0"/>
              <a:t>$FLASKNAME</a:t>
            </a:r>
            <a:r>
              <a:rPr lang="zh-TW" altLang="en-US" dirty="0"/>
              <a:t> 值</a:t>
            </a:r>
            <a:r>
              <a:rPr kumimoji="1" lang="zh-TW" altLang="en-US" dirty="0"/>
              <a:t>取代掉</a:t>
            </a:r>
            <a:r>
              <a:rPr lang="en-US" altLang="zh-TW" dirty="0"/>
              <a:t>flask-</a:t>
            </a:r>
            <a:r>
              <a:rPr lang="en-US" altLang="zh-TW" dirty="0" err="1"/>
              <a:t>ns.yaml</a:t>
            </a:r>
            <a:r>
              <a:rPr lang="zh-TW" altLang="en-US" dirty="0"/>
              <a:t>檔案裡的</a:t>
            </a:r>
            <a:r>
              <a:rPr lang="en-US" altLang="zh-TW" dirty="0"/>
              <a:t>flask</a:t>
            </a:r>
          </a:p>
          <a:p>
            <a:r>
              <a:rPr lang="en-US" altLang="zh-TW" dirty="0"/>
              <a:t>cat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檢查替換成果</a:t>
            </a:r>
            <a:endParaRPr kumimoji="1"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apply -f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lang="en-US" altLang="zh-TW" dirty="0"/>
              <a:t>Apply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"s/master/$CI_COMMIT_REF_NAME/g" deployment/flask-</a:t>
            </a:r>
            <a:r>
              <a:rPr lang="en-US" altLang="zh-TW" dirty="0" err="1"/>
              <a:t>api</a:t>
            </a:r>
            <a:r>
              <a:rPr lang="en-US" altLang="zh-TW" dirty="0"/>
              <a:t>/flask-</a:t>
            </a:r>
            <a:r>
              <a:rPr lang="en-US" altLang="zh-TW" dirty="0" err="1"/>
              <a:t>api</a:t>
            </a:r>
            <a:r>
              <a:rPr lang="en-US" altLang="zh-TW" dirty="0"/>
              <a:t>-</a:t>
            </a:r>
            <a:r>
              <a:rPr lang="en-US" altLang="zh-TW" dirty="0" err="1"/>
              <a:t>deploy.yaml</a:t>
            </a:r>
            <a:endParaRPr lang="en-US" altLang="zh-TW" dirty="0"/>
          </a:p>
          <a:p>
            <a:pPr lvl="1"/>
            <a:r>
              <a:rPr kumimoji="1" lang="zh-TW" altLang="en-US" dirty="0"/>
              <a:t>替換掉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內的</a:t>
            </a:r>
            <a:r>
              <a:rPr kumimoji="1" lang="en-US" altLang="zh-TW" dirty="0"/>
              <a:t>container image tag, </a:t>
            </a:r>
            <a:r>
              <a:rPr kumimoji="1" lang="zh-TW" altLang="en-US" dirty="0"/>
              <a:t>從</a:t>
            </a:r>
            <a:r>
              <a:rPr kumimoji="1" lang="en-US" altLang="zh-TW" dirty="0"/>
              <a:t>master </a:t>
            </a:r>
            <a:r>
              <a:rPr kumimoji="1" lang="zh-TW" altLang="en-US" dirty="0"/>
              <a:t>換成本次</a:t>
            </a:r>
            <a:r>
              <a:rPr kumimoji="1" lang="en-US" altLang="zh-TW" dirty="0"/>
              <a:t>commit </a:t>
            </a:r>
            <a:r>
              <a:rPr kumimoji="1" lang="zh-TW" altLang="en-US" dirty="0"/>
              <a:t>的分支名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A569C77-95BB-85C5-4D7F-0FA1003E4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85" y="3355442"/>
            <a:ext cx="9232900" cy="3416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244565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D99C22A-146C-05AF-E805-2D1F8F3B0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531" y="2374711"/>
            <a:ext cx="7450512" cy="340300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02DC8556-F440-5691-F9ED-56CE2A35D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66F56F8-F9FF-91A2-6D8C-F713A3865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5201" y="2120113"/>
            <a:ext cx="8507343" cy="373852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EXPOSE 80</a:t>
            </a:r>
          </a:p>
          <a:p>
            <a:pPr marL="0" indent="0">
              <a:buNone/>
            </a:pPr>
            <a:r>
              <a:rPr kumimoji="1" lang="en-US" altLang="zh-TW" dirty="0"/>
              <a:t>CMD ["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", "-g", "daemon off;"]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8A470-B306-A6EA-437C-18E61FBD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05465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7609</TotalTime>
  <Words>5510</Words>
  <Application>Microsoft Macintosh PowerPoint</Application>
  <PresentationFormat>寬螢幕</PresentationFormat>
  <Paragraphs>1154</Paragraphs>
  <Slides>234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234</vt:i4>
      </vt:variant>
    </vt:vector>
  </HeadingPairs>
  <TitlesOfParts>
    <vt:vector size="241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Install kubectl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安裝k8s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自己build Dockerfile: VueJS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育緯 周</cp:lastModifiedBy>
  <cp:revision>351</cp:revision>
  <dcterms:created xsi:type="dcterms:W3CDTF">2022-06-22T04:12:12Z</dcterms:created>
  <dcterms:modified xsi:type="dcterms:W3CDTF">2025-11-16T00:48:34Z</dcterms:modified>
</cp:coreProperties>
</file>