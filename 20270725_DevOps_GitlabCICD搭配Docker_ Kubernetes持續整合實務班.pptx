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0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7" r:id="rId33"/>
    <p:sldId id="338" r:id="rId34"/>
    <p:sldId id="339" r:id="rId35"/>
    <p:sldId id="340" r:id="rId36"/>
    <p:sldId id="675" r:id="rId37"/>
    <p:sldId id="676" r:id="rId38"/>
    <p:sldId id="341" r:id="rId39"/>
    <p:sldId id="342" r:id="rId40"/>
    <p:sldId id="343" r:id="rId41"/>
    <p:sldId id="709" r:id="rId42"/>
    <p:sldId id="710" r:id="rId43"/>
    <p:sldId id="711" r:id="rId44"/>
    <p:sldId id="833" r:id="rId45"/>
    <p:sldId id="850" r:id="rId46"/>
    <p:sldId id="838" r:id="rId47"/>
    <p:sldId id="835" r:id="rId48"/>
    <p:sldId id="836" r:id="rId49"/>
    <p:sldId id="837" r:id="rId50"/>
    <p:sldId id="834" r:id="rId51"/>
    <p:sldId id="336" r:id="rId52"/>
    <p:sldId id="353" r:id="rId53"/>
    <p:sldId id="354" r:id="rId54"/>
    <p:sldId id="355" r:id="rId55"/>
    <p:sldId id="357" r:id="rId56"/>
    <p:sldId id="361" r:id="rId57"/>
    <p:sldId id="674" r:id="rId58"/>
    <p:sldId id="358" r:id="rId59"/>
    <p:sldId id="359" r:id="rId60"/>
    <p:sldId id="360" r:id="rId61"/>
    <p:sldId id="362" r:id="rId62"/>
    <p:sldId id="363" r:id="rId63"/>
    <p:sldId id="364" r:id="rId64"/>
    <p:sldId id="365" r:id="rId65"/>
    <p:sldId id="369" r:id="rId66"/>
    <p:sldId id="370" r:id="rId67"/>
    <p:sldId id="371" r:id="rId68"/>
    <p:sldId id="677" r:id="rId69"/>
    <p:sldId id="678" r:id="rId70"/>
    <p:sldId id="679" r:id="rId71"/>
    <p:sldId id="680" r:id="rId72"/>
    <p:sldId id="584" r:id="rId73"/>
    <p:sldId id="681" r:id="rId74"/>
    <p:sldId id="396" r:id="rId75"/>
    <p:sldId id="397" r:id="rId76"/>
    <p:sldId id="398" r:id="rId77"/>
    <p:sldId id="403" r:id="rId78"/>
    <p:sldId id="404" r:id="rId79"/>
    <p:sldId id="405" r:id="rId80"/>
    <p:sldId id="406" r:id="rId81"/>
    <p:sldId id="407" r:id="rId82"/>
    <p:sldId id="408" r:id="rId83"/>
    <p:sldId id="484" r:id="rId84"/>
    <p:sldId id="409" r:id="rId85"/>
    <p:sldId id="485" r:id="rId86"/>
    <p:sldId id="487" r:id="rId87"/>
    <p:sldId id="495" r:id="rId88"/>
    <p:sldId id="496" r:id="rId89"/>
    <p:sldId id="498" r:id="rId90"/>
    <p:sldId id="499" r:id="rId91"/>
    <p:sldId id="500" r:id="rId92"/>
    <p:sldId id="501" r:id="rId93"/>
    <p:sldId id="464" r:id="rId94"/>
    <p:sldId id="257" r:id="rId95"/>
    <p:sldId id="465" r:id="rId96"/>
    <p:sldId id="466" r:id="rId97"/>
    <p:sldId id="467" r:id="rId98"/>
    <p:sldId id="694" r:id="rId99"/>
    <p:sldId id="468" r:id="rId100"/>
    <p:sldId id="469" r:id="rId101"/>
    <p:sldId id="695" r:id="rId102"/>
    <p:sldId id="696" r:id="rId103"/>
    <p:sldId id="470" r:id="rId104"/>
    <p:sldId id="471" r:id="rId105"/>
    <p:sldId id="472" r:id="rId106"/>
    <p:sldId id="473" r:id="rId107"/>
    <p:sldId id="682" r:id="rId108"/>
    <p:sldId id="683" r:id="rId109"/>
    <p:sldId id="507" r:id="rId110"/>
    <p:sldId id="508" r:id="rId111"/>
    <p:sldId id="513" r:id="rId112"/>
    <p:sldId id="623" r:id="rId113"/>
    <p:sldId id="624" r:id="rId114"/>
    <p:sldId id="510" r:id="rId115"/>
    <p:sldId id="512" r:id="rId116"/>
    <p:sldId id="511" r:id="rId117"/>
    <p:sldId id="841" r:id="rId118"/>
    <p:sldId id="842" r:id="rId119"/>
    <p:sldId id="843" r:id="rId120"/>
    <p:sldId id="840" r:id="rId121"/>
    <p:sldId id="844" r:id="rId122"/>
    <p:sldId id="845" r:id="rId123"/>
    <p:sldId id="619" r:id="rId124"/>
    <p:sldId id="515" r:id="rId125"/>
    <p:sldId id="620" r:id="rId126"/>
    <p:sldId id="514" r:id="rId127"/>
    <p:sldId id="621" r:id="rId128"/>
    <p:sldId id="617" r:id="rId129"/>
    <p:sldId id="618" r:id="rId130"/>
    <p:sldId id="626" r:id="rId131"/>
    <p:sldId id="622" r:id="rId132"/>
    <p:sldId id="475" r:id="rId133"/>
    <p:sldId id="476" r:id="rId134"/>
    <p:sldId id="477" r:id="rId135"/>
    <p:sldId id="482" r:id="rId136"/>
    <p:sldId id="478" r:id="rId137"/>
    <p:sldId id="479" r:id="rId138"/>
    <p:sldId id="480" r:id="rId139"/>
    <p:sldId id="691" r:id="rId140"/>
    <p:sldId id="481" r:id="rId141"/>
    <p:sldId id="673" r:id="rId142"/>
    <p:sldId id="643" r:id="rId143"/>
    <p:sldId id="641" r:id="rId144"/>
    <p:sldId id="642" r:id="rId145"/>
    <p:sldId id="628" r:id="rId146"/>
    <p:sldId id="629" r:id="rId147"/>
    <p:sldId id="631" r:id="rId148"/>
    <p:sldId id="634" r:id="rId149"/>
    <p:sldId id="630" r:id="rId150"/>
    <p:sldId id="636" r:id="rId151"/>
    <p:sldId id="632" r:id="rId152"/>
    <p:sldId id="846" r:id="rId153"/>
    <p:sldId id="847" r:id="rId154"/>
    <p:sldId id="848" r:id="rId155"/>
    <p:sldId id="849" r:id="rId156"/>
    <p:sldId id="633" r:id="rId157"/>
    <p:sldId id="637" r:id="rId158"/>
    <p:sldId id="635" r:id="rId159"/>
    <p:sldId id="639" r:id="rId160"/>
    <p:sldId id="638" r:id="rId161"/>
    <p:sldId id="640" r:id="rId162"/>
    <p:sldId id="644" r:id="rId163"/>
    <p:sldId id="645" r:id="rId164"/>
    <p:sldId id="692" r:id="rId165"/>
    <p:sldId id="646" r:id="rId166"/>
    <p:sldId id="647" r:id="rId167"/>
    <p:sldId id="648" r:id="rId168"/>
    <p:sldId id="649" r:id="rId169"/>
    <p:sldId id="654" r:id="rId170"/>
    <p:sldId id="697" r:id="rId171"/>
    <p:sldId id="655" r:id="rId172"/>
    <p:sldId id="656" r:id="rId173"/>
    <p:sldId id="657" r:id="rId174"/>
    <p:sldId id="658" r:id="rId175"/>
    <p:sldId id="659" r:id="rId176"/>
    <p:sldId id="698" r:id="rId177"/>
    <p:sldId id="660" r:id="rId178"/>
    <p:sldId id="661" r:id="rId179"/>
    <p:sldId id="662" r:id="rId180"/>
    <p:sldId id="664" r:id="rId181"/>
    <p:sldId id="699" r:id="rId182"/>
    <p:sldId id="663" r:id="rId183"/>
    <p:sldId id="700" r:id="rId184"/>
    <p:sldId id="665" r:id="rId185"/>
    <p:sldId id="701" r:id="rId186"/>
    <p:sldId id="666" r:id="rId187"/>
    <p:sldId id="702" r:id="rId188"/>
    <p:sldId id="703" r:id="rId189"/>
    <p:sldId id="705" r:id="rId190"/>
    <p:sldId id="704" r:id="rId191"/>
    <p:sldId id="668" r:id="rId192"/>
    <p:sldId id="669" r:id="rId193"/>
    <p:sldId id="667" r:id="rId194"/>
    <p:sldId id="706" r:id="rId195"/>
    <p:sldId id="707" r:id="rId196"/>
    <p:sldId id="670" r:id="rId197"/>
    <p:sldId id="693" r:id="rId198"/>
    <p:sldId id="708" r:id="rId199"/>
    <p:sldId id="671" r:id="rId200"/>
    <p:sldId id="653" r:id="rId201"/>
    <p:sldId id="627" r:id="rId202"/>
    <p:sldId id="686" r:id="rId203"/>
    <p:sldId id="502" r:id="rId204"/>
    <p:sldId id="503" r:id="rId205"/>
    <p:sldId id="504" r:id="rId206"/>
    <p:sldId id="505" r:id="rId207"/>
    <p:sldId id="506" r:id="rId208"/>
    <p:sldId id="684" r:id="rId209"/>
    <p:sldId id="281" r:id="rId210"/>
    <p:sldId id="282" r:id="rId211"/>
    <p:sldId id="283" r:id="rId212"/>
    <p:sldId id="284" r:id="rId213"/>
    <p:sldId id="285" r:id="rId214"/>
    <p:sldId id="286" r:id="rId215"/>
    <p:sldId id="287" r:id="rId216"/>
    <p:sldId id="288" r:id="rId217"/>
    <p:sldId id="685" r:id="rId218"/>
    <p:sldId id="292" r:id="rId219"/>
    <p:sldId id="293" r:id="rId220"/>
    <p:sldId id="294" r:id="rId221"/>
    <p:sldId id="295" r:id="rId222"/>
    <p:sldId id="296" r:id="rId223"/>
    <p:sldId id="516" r:id="rId224"/>
    <p:sldId id="517" r:id="rId225"/>
    <p:sldId id="593" r:id="rId226"/>
    <p:sldId id="604" r:id="rId227"/>
    <p:sldId id="616" r:id="rId228"/>
    <p:sldId id="607" r:id="rId229"/>
    <p:sldId id="608" r:id="rId230"/>
    <p:sldId id="605" r:id="rId231"/>
    <p:sldId id="606" r:id="rId232"/>
    <p:sldId id="609" r:id="rId233"/>
    <p:sldId id="611" r:id="rId234"/>
    <p:sldId id="613" r:id="rId235"/>
    <p:sldId id="612" r:id="rId236"/>
    <p:sldId id="614" r:id="rId237"/>
    <p:sldId id="615" r:id="rId238"/>
    <p:sldId id="625" r:id="rId23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39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3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viewProps" Target="view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9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作業系統層級虛擬化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TW" altLang="en-US" sz="3200" dirty="0"/>
              <a:t>共用 </a:t>
            </a:r>
            <a:r>
              <a:rPr kumimoji="1" lang="en-US" altLang="zh-CN" sz="3200" dirty="0"/>
              <a:t>Host OS </a:t>
            </a:r>
            <a:r>
              <a:rPr kumimoji="1" lang="zh-TW" altLang="en-US" sz="3200" dirty="0"/>
              <a:t>的 </a:t>
            </a:r>
            <a:r>
              <a:rPr kumimoji="1" lang="en-US" altLang="zh-CN" sz="3200" dirty="0"/>
              <a:t>Linux Kernel</a:t>
            </a:r>
          </a:p>
          <a:p>
            <a:r>
              <a:rPr kumimoji="1" lang="zh-CN" altLang="en-US" sz="3200" dirty="0"/>
              <a:t>透過 </a:t>
            </a:r>
            <a:r>
              <a:rPr kumimoji="1" lang="en" altLang="zh-CN" sz="3200" dirty="0"/>
              <a:t>Linux Kernel </a:t>
            </a:r>
            <a:r>
              <a:rPr kumimoji="1" lang="zh-CN" altLang="en-US" sz="3200" dirty="0"/>
              <a:t>的 </a:t>
            </a:r>
            <a:r>
              <a:rPr kumimoji="1" lang="en" altLang="zh-CN" sz="3200" dirty="0"/>
              <a:t>Namespaces </a:t>
            </a:r>
            <a:r>
              <a:rPr kumimoji="1" lang="zh-CN" altLang="en-US" sz="3200" dirty="0"/>
              <a:t>與 </a:t>
            </a:r>
            <a:r>
              <a:rPr kumimoji="1" lang="en" altLang="zh-CN" sz="3200" dirty="0" err="1"/>
              <a:t>Cgroups</a:t>
            </a:r>
            <a:r>
              <a:rPr kumimoji="1" lang="en" altLang="zh-CN" sz="3200" dirty="0"/>
              <a:t> </a:t>
            </a:r>
            <a:r>
              <a:rPr kumimoji="1" lang="zh-CN" altLang="en-US" sz="3200" dirty="0"/>
              <a:t>提供隔離與資源管理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41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45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9CD0428-EB11-74DA-B91B-9C8350DAD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450" y="2337594"/>
            <a:ext cx="9309100" cy="3327400"/>
          </a:xfrm>
        </p:spPr>
      </p:pic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312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t>kubectl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Deployment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spec.selector.matchLabels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Deployment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Deployment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30000~32767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30000~32767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t>kubectl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87E3A73-DFCE-9486-A451-49320AAEE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550" y="2420144"/>
            <a:ext cx="8216900" cy="3162300"/>
          </a:xfrm>
        </p:spPr>
      </p:pic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~/docker-</a:t>
            </a:r>
            <a:r>
              <a:rPr lang="en-US" altLang="zh-TW" dirty="0" err="1"/>
              <a:t>devops</a:t>
            </a:r>
            <a:r>
              <a:rPr lang="en-US" altLang="zh-TW" dirty="0"/>
              <a:t>/script/</a:t>
            </a:r>
            <a:r>
              <a:rPr lang="en-US" altLang="zh-TW" dirty="0" err="1"/>
              <a:t>deploy_gitlab.sh</a:t>
            </a:r>
            <a:endParaRPr lang="en-US" altLang="zh-TW" dirty="0"/>
          </a:p>
          <a:p>
            <a:r>
              <a:rPr lang="zh-TW" altLang="en-US" dirty="0"/>
              <a:t>執行後依提示輸入 VM1 外部 IP 位址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t>允許該job failed。該job failed也不影響後續job的執行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使用 kubectl create namespace 動態建立</a:t>
            </a:r>
            <a:endParaRPr lang="en-US" altLang="zh-TW" dirty="0"/>
          </a:p>
          <a:p>
            <a:pPr lvl="1"/>
            <a:r>
              <a:t>kubectl create namespace $FLASKNAME --dry-run=client -o yaml | kubectl apply -f -</a:t>
            </a:r>
          </a:p>
          <a:p>
            <a:r>
              <a:t>檢查建立成果</a:t>
            </a:r>
            <a:endParaRPr lang="en-US" altLang="zh-TW" dirty="0"/>
          </a:p>
          <a:p>
            <a:pPr lvl="1"/>
            <a:r>
              <a:rPr kumimoji="1" lang="zh-TW" altLang="en-US" dirty="0"/>
              <a:t>kubectl get ns $FLASKNAME</a:t>
            </a:r>
            <a:endParaRPr kumimoji="1" lang="en-US" altLang="zh-TW" dirty="0"/>
          </a:p>
          <a:p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你有遇到過多環境部署的問題嗎</a:t>
            </a:r>
            <a:r>
              <a:rPr dirty="0"/>
              <a:t>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一個</a:t>
            </a:r>
            <a:r>
              <a:rPr lang="en" dirty="0"/>
              <a:t>App deployment </a:t>
            </a:r>
            <a:r>
              <a:rPr lang="en" dirty="0" err="1"/>
              <a:t>yaml</a:t>
            </a:r>
            <a:r>
              <a:rPr lang="zh-TW" altLang="en-US" dirty="0"/>
              <a:t>檔該如何部署出多套環境給不同情境 </a:t>
            </a:r>
            <a:r>
              <a:rPr lang="en-US" altLang="zh-TW" dirty="0"/>
              <a:t>(</a:t>
            </a:r>
            <a:r>
              <a:rPr lang="en" dirty="0"/>
              <a:t>e.g. dev, staging, testing, pre-prod, prod)？</a:t>
            </a:r>
          </a:p>
          <a:p>
            <a:pPr marL="0" indent="0">
              <a:buNone/>
            </a:pPr>
            <a:r>
              <a:rPr lang="zh-TW" altLang="en-US" dirty="0"/>
              <a:t>如果各個環境有需要設定不同的參數呢？</a:t>
            </a:r>
          </a:p>
          <a:p>
            <a:pPr marL="0" indent="0">
              <a:buNone/>
            </a:pPr>
            <a:r>
              <a:rPr lang="en" dirty="0"/>
              <a:t>e.g. deployment</a:t>
            </a:r>
            <a:r>
              <a:rPr lang="zh-TW" altLang="en-US" dirty="0"/>
              <a:t>名稱不同 </a:t>
            </a:r>
            <a:r>
              <a:rPr lang="en-US" altLang="zh-TW" dirty="0"/>
              <a:t>(</a:t>
            </a:r>
            <a:r>
              <a:rPr lang="en" dirty="0"/>
              <a:t>dev-</a:t>
            </a:r>
            <a:r>
              <a:rPr lang="en" dirty="0" err="1"/>
              <a:t>api</a:t>
            </a:r>
            <a:r>
              <a:rPr lang="en" dirty="0"/>
              <a:t>, staging-</a:t>
            </a:r>
            <a:r>
              <a:rPr lang="en" dirty="0" err="1"/>
              <a:t>api</a:t>
            </a:r>
            <a:r>
              <a:rPr lang="en" dirty="0"/>
              <a:t>, prod-</a:t>
            </a:r>
            <a:r>
              <a:rPr lang="en" dirty="0" err="1"/>
              <a:t>api</a:t>
            </a:r>
            <a:r>
              <a:rPr lang="en" dirty="0"/>
              <a:t>)</a:t>
            </a:r>
          </a:p>
          <a:p>
            <a:pPr marL="0" indent="0">
              <a:buNone/>
            </a:pPr>
            <a:r>
              <a:rPr lang="en" dirty="0"/>
              <a:t>image tag </a:t>
            </a:r>
            <a:r>
              <a:rPr lang="zh-TW" altLang="en-US" dirty="0"/>
              <a:t>版本不同</a:t>
            </a:r>
          </a:p>
        </p:txBody>
      </p:sp>
    </p:spTree>
    <p:extLst>
      <p:ext uri="{BB962C8B-B14F-4D97-AF65-F5344CB8AC3E}">
        <p14:creationId xmlns:p14="http://schemas.microsoft.com/office/powerpoint/2010/main" val="104958036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傳統解決辦法與痛點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寫多份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？</a:t>
            </a:r>
            <a:endParaRPr lang="en-US" dirty="0"/>
          </a:p>
          <a:p>
            <a:pPr lvl="1"/>
            <a:r>
              <a:rPr dirty="0" err="1"/>
              <a:t>需要維護多份檔案，容易遺漏且難以同步</a:t>
            </a:r>
            <a:endParaRPr lang="en-US" dirty="0"/>
          </a:p>
          <a:p>
            <a:r>
              <a:rPr dirty="0" err="1"/>
              <a:t>一份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用</a:t>
            </a:r>
            <a:r>
              <a:rPr dirty="0"/>
              <a:t> sed replace？</a:t>
            </a:r>
            <a:endParaRPr lang="en-US" dirty="0"/>
          </a:p>
          <a:p>
            <a:pPr lvl="1"/>
            <a:r>
              <a:rPr dirty="0" err="1"/>
              <a:t>容易出錯，寫法脆弱，且會修改</a:t>
            </a:r>
            <a:r>
              <a:rPr dirty="0"/>
              <a:t>/</a:t>
            </a:r>
            <a:r>
              <a:rPr dirty="0" err="1"/>
              <a:t>破壞原始檔案結構</a:t>
            </a:r>
            <a:endParaRPr lang="en-US" dirty="0"/>
          </a:p>
          <a:p>
            <a:r>
              <a:rPr dirty="0" err="1"/>
              <a:t>打包成</a:t>
            </a:r>
            <a:r>
              <a:rPr dirty="0"/>
              <a:t> Helm chart？</a:t>
            </a:r>
            <a:endParaRPr lang="en-US" dirty="0"/>
          </a:p>
          <a:p>
            <a:pPr lvl="1"/>
            <a:r>
              <a:rPr dirty="0" err="1"/>
              <a:t>學習曲線較陡，對單純的部署來說複雜度過高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69274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Kustomize 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讓無模板的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可以支援多種用途</a:t>
            </a:r>
            <a:endParaRPr dirty="0"/>
          </a:p>
          <a:p>
            <a:r>
              <a:rPr dirty="0"/>
              <a:t>CNCF special interest groups (SIGs) </a:t>
            </a:r>
            <a:r>
              <a:rPr dirty="0" err="1"/>
              <a:t>贊助</a:t>
            </a:r>
            <a:endParaRPr dirty="0"/>
          </a:p>
          <a:p>
            <a:r>
              <a:rPr dirty="0"/>
              <a:t>Kubernetes 1.14 </a:t>
            </a:r>
            <a:r>
              <a:rPr dirty="0" err="1"/>
              <a:t>版開始原生支援</a:t>
            </a:r>
            <a:r>
              <a:rPr dirty="0"/>
              <a:t> (</a:t>
            </a:r>
            <a:r>
              <a:rPr dirty="0" err="1"/>
              <a:t>kubectl</a:t>
            </a:r>
            <a:r>
              <a:rPr dirty="0"/>
              <a:t> apply -k)</a:t>
            </a:r>
          </a:p>
          <a:p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宣告式地動態注入或覆寫參數，不破壞原始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結構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64062701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核心功能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resources: </a:t>
            </a:r>
            <a:r>
              <a:rPr dirty="0" err="1"/>
              <a:t>載入現有資源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deployment.yaml</a:t>
            </a:r>
            <a:r>
              <a:rPr dirty="0"/>
              <a:t>)</a:t>
            </a:r>
          </a:p>
          <a:p>
            <a:r>
              <a:rPr dirty="0"/>
              <a:t>generators: </a:t>
            </a:r>
            <a:r>
              <a:rPr dirty="0" err="1"/>
              <a:t>創建新資源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ConfigMap</a:t>
            </a:r>
            <a:r>
              <a:rPr dirty="0"/>
              <a:t>, Secret)</a:t>
            </a:r>
          </a:p>
          <a:p>
            <a:r>
              <a:rPr dirty="0"/>
              <a:t>images: </a:t>
            </a:r>
            <a:r>
              <a:rPr dirty="0" err="1"/>
              <a:t>動態替換</a:t>
            </a:r>
            <a:r>
              <a:rPr dirty="0"/>
              <a:t> Image </a:t>
            </a:r>
            <a:r>
              <a:rPr dirty="0" err="1"/>
              <a:t>名稱與</a:t>
            </a:r>
            <a:r>
              <a:rPr dirty="0"/>
              <a:t> Tag (CI/CD </a:t>
            </a:r>
            <a:r>
              <a:rPr dirty="0" err="1"/>
              <a:t>最常用</a:t>
            </a:r>
            <a:r>
              <a:rPr dirty="0"/>
              <a:t>！)</a:t>
            </a:r>
          </a:p>
          <a:p>
            <a:r>
              <a:rPr dirty="0" err="1"/>
              <a:t>namePrefix</a:t>
            </a:r>
            <a:r>
              <a:rPr dirty="0"/>
              <a:t> / </a:t>
            </a:r>
            <a:r>
              <a:rPr dirty="0" err="1"/>
              <a:t>nameSuffix</a:t>
            </a:r>
            <a:r>
              <a:rPr dirty="0"/>
              <a:t>: </a:t>
            </a:r>
            <a:r>
              <a:rPr dirty="0" err="1"/>
              <a:t>統一加上前綴或後綴</a:t>
            </a:r>
            <a:endParaRPr lang="en-US" dirty="0"/>
          </a:p>
          <a:p>
            <a:r>
              <a:rPr dirty="0" err="1"/>
              <a:t>commonLabels</a:t>
            </a:r>
            <a:r>
              <a:rPr dirty="0"/>
              <a:t>: </a:t>
            </a:r>
            <a:r>
              <a:rPr dirty="0" err="1"/>
              <a:t>統一加上標籤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12448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Kustomize</a:t>
            </a:r>
            <a:r>
              <a:rPr dirty="0"/>
              <a:t> (</a:t>
            </a:r>
            <a:r>
              <a:rPr dirty="0" err="1"/>
              <a:t>kustomization.yaml</a:t>
            </a:r>
            <a:r>
              <a:rPr dirty="0"/>
              <a:t>) </a:t>
            </a:r>
            <a:r>
              <a:rPr dirty="0" err="1"/>
              <a:t>動態替換</a:t>
            </a:r>
            <a:r>
              <a:rPr dirty="0"/>
              <a:t> Image Tag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apply -k . -n $FLASKNAME</a:t>
            </a:r>
            <a:br>
              <a:rPr dirty="0"/>
            </a:br>
            <a:r>
              <a:rPr dirty="0" err="1"/>
              <a:t>動態注入變數</a:t>
            </a:r>
            <a:endParaRPr kumimoji="1" lang="en-US" altLang="zh-TW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  <p:pic>
        <p:nvPicPr>
          <p:cNvPr id="8" name="圖片版面配置區 7">
            <a:extLst>
              <a:ext uri="{FF2B5EF4-FFF2-40B4-BE49-F238E27FC236}">
                <a16:creationId xmlns:a16="http://schemas.microsoft.com/office/drawing/2014/main" id="{912C4E42-8E7E-DAD6-24FC-E1BA337240C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681" b="76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080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5858EAD-2CF9-9535-CC99-FFD077A69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413794"/>
            <a:ext cx="9423400" cy="3175000"/>
          </a:xfrm>
        </p:spPr>
      </p:pic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E4F58E-EB77-E5E7-DB5D-BD1304CB5D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388394"/>
            <a:ext cx="9423400" cy="3225800"/>
          </a:xfrm>
        </p:spPr>
      </p:pic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7896</TotalTime>
  <Words>5482</Words>
  <Application>Microsoft Macintosh PowerPoint</Application>
  <PresentationFormat>寬螢幕</PresentationFormat>
  <Paragraphs>1166</Paragraphs>
  <Slides>238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238</vt:i4>
      </vt:variant>
    </vt:vector>
  </HeadingPairs>
  <TitlesOfParts>
    <vt:vector size="245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Install kubectl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你有遇到過多環境部署的問題嗎？</vt:lpstr>
      <vt:lpstr>傳統解決辦法與痛點</vt:lpstr>
      <vt:lpstr>Kustomize 簡介</vt:lpstr>
      <vt:lpstr>kustomization.yaml 核心功能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Carol Chang</cp:lastModifiedBy>
  <cp:revision>376</cp:revision>
  <dcterms:created xsi:type="dcterms:W3CDTF">2022-06-22T04:12:12Z</dcterms:created>
  <dcterms:modified xsi:type="dcterms:W3CDTF">2026-07-23T00:27:34Z</dcterms:modified>
</cp:coreProperties>
</file>